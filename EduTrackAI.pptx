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70" r:id="rId16"/>
  </p:sldIdLst>
  <p:sldSz cx="9144000" cy="51435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notesMaster" Target="notesMasters/notesMaster1.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pic>
        <p:nvPicPr>
          <p:cNvPr id="2" name="Google Shape;9;p2"/>
          <p:cNvPicPr/>
          <p:nvPr/>
        </p:nvPicPr>
        <p:blipFill>
          <a:blip r:embed="rId2"/>
          <a:stretch>
            <a:fillRect/>
          </a:stretch>
        </p:blipFill>
        <p:spPr>
          <a:xfrm>
            <a:off x="0" y="0"/>
            <a:ext cx="9143640" cy="5143320"/>
          </a:xfrm>
          <a:prstGeom prst="rect">
            <a:avLst/>
          </a:prstGeom>
          <a:noFill/>
          <a:ln w="0">
            <a:noFill/>
          </a:ln>
        </p:spPr>
      </p:pic>
      <p:sp>
        <p:nvSpPr>
          <p:cNvPr id="3" name="PlaceHolder 1"/>
          <p:cNvSpPr>
            <a:spLocks noGrp="1"/>
          </p:cNvSpPr>
          <p:nvPr>
            <p:ph type="title" hasCustomPrompt="1"/>
          </p:nvPr>
        </p:nvSpPr>
        <p:spPr>
          <a:xfrm>
            <a:off x="1091520" y="1062360"/>
            <a:ext cx="6960960" cy="2113200"/>
          </a:xfrm>
          <a:prstGeom prst="rect">
            <a:avLst/>
          </a:prstGeom>
          <a:noFill/>
          <a:ln w="0">
            <a:noFill/>
          </a:ln>
        </p:spPr>
        <p:txBody>
          <a:bodyPr lIns="91440" tIns="91440" rIns="91440" bIns="91440" anchor="b">
            <a:noAutofit/>
          </a:bodyPr>
          <a:p>
            <a:pPr indent="0">
              <a:buNone/>
            </a:pPr>
            <a:r>
              <a:rPr lang="fr-FR" sz="4500" b="0" u="none" strike="noStrike">
                <a:solidFill>
                  <a:schemeClr val="dk1"/>
                </a:solidFill>
                <a:effectLst/>
                <a:uFillTx/>
                <a:latin typeface="Arial" panose="020B0604020202020204"/>
              </a:rPr>
              <a:t>Click to edit the title text format</a:t>
            </a:r>
            <a:endParaRPr lang="fr-FR" sz="4500" b="0" u="none" strike="noStrike">
              <a:solidFill>
                <a:schemeClr val="dk1"/>
              </a:solidFill>
              <a:effectLst/>
              <a:uFillTx/>
              <a:latin typeface="Arial" panose="020B0604020202020204"/>
            </a:endParaRPr>
          </a:p>
        </p:txBody>
      </p:sp>
      <p:sp>
        <p:nvSpPr>
          <p:cNvPr id="4" name="Google Shape;12;p2"/>
          <p:cNvSpPr/>
          <p:nvPr/>
        </p:nvSpPr>
        <p:spPr>
          <a:xfrm>
            <a:off x="7872480" y="-992160"/>
            <a:ext cx="2805840" cy="2879640"/>
          </a:xfrm>
          <a:custGeom>
            <a:avLst/>
            <a:gdLst>
              <a:gd name="textAreaLeft" fmla="*/ 0 w 2805840"/>
              <a:gd name="textAreaRight" fmla="*/ 2806200 w 2805840"/>
              <a:gd name="textAreaTop" fmla="*/ 0 h 2879640"/>
              <a:gd name="textAreaBottom" fmla="*/ 2880000 h 2879640"/>
            </a:gdLst>
            <a:ahLst/>
            <a:cxnLst/>
            <a:rect l="textAreaLeft" t="textAreaTop" r="textAreaRight" b="textAreaBottom"/>
            <a:pathLst>
              <a:path w="112252" h="115206">
                <a:moveTo>
                  <a:pt x="58447" y="487"/>
                </a:moveTo>
                <a:cubicBezTo>
                  <a:pt x="63248" y="487"/>
                  <a:pt x="67886" y="1824"/>
                  <a:pt x="72342" y="4438"/>
                </a:cubicBezTo>
                <a:cubicBezTo>
                  <a:pt x="78634" y="8146"/>
                  <a:pt x="84957" y="11794"/>
                  <a:pt x="91249" y="15472"/>
                </a:cubicBezTo>
                <a:cubicBezTo>
                  <a:pt x="97419" y="19119"/>
                  <a:pt x="101553" y="24408"/>
                  <a:pt x="103559" y="31308"/>
                </a:cubicBezTo>
                <a:cubicBezTo>
                  <a:pt x="105899" y="39302"/>
                  <a:pt x="108270" y="47265"/>
                  <a:pt x="110489" y="55290"/>
                </a:cubicBezTo>
                <a:cubicBezTo>
                  <a:pt x="112252" y="61673"/>
                  <a:pt x="111644" y="67934"/>
                  <a:pt x="108696" y="73861"/>
                </a:cubicBezTo>
                <a:cubicBezTo>
                  <a:pt x="105139" y="80974"/>
                  <a:pt x="101492" y="87995"/>
                  <a:pt x="97753" y="94986"/>
                </a:cubicBezTo>
                <a:cubicBezTo>
                  <a:pt x="94288" y="101461"/>
                  <a:pt x="88878" y="105746"/>
                  <a:pt x="81856" y="107874"/>
                </a:cubicBezTo>
                <a:cubicBezTo>
                  <a:pt x="75078" y="109911"/>
                  <a:pt x="68269" y="111825"/>
                  <a:pt x="61461" y="113801"/>
                </a:cubicBezTo>
                <a:cubicBezTo>
                  <a:pt x="59181" y="114439"/>
                  <a:pt x="56841" y="114713"/>
                  <a:pt x="54470" y="114743"/>
                </a:cubicBezTo>
                <a:lnTo>
                  <a:pt x="54439" y="114743"/>
                </a:lnTo>
                <a:cubicBezTo>
                  <a:pt x="49576" y="114713"/>
                  <a:pt x="45047" y="113467"/>
                  <a:pt x="40852" y="111005"/>
                </a:cubicBezTo>
                <a:cubicBezTo>
                  <a:pt x="34469" y="107297"/>
                  <a:pt x="28056" y="103588"/>
                  <a:pt x="21673" y="99850"/>
                </a:cubicBezTo>
                <a:cubicBezTo>
                  <a:pt x="15472" y="96233"/>
                  <a:pt x="11308" y="90974"/>
                  <a:pt x="9271" y="84105"/>
                </a:cubicBezTo>
                <a:cubicBezTo>
                  <a:pt x="6931" y="76172"/>
                  <a:pt x="4621" y="68238"/>
                  <a:pt x="2372" y="60275"/>
                </a:cubicBezTo>
                <a:cubicBezTo>
                  <a:pt x="457" y="53496"/>
                  <a:pt x="1186" y="46931"/>
                  <a:pt x="4408" y="40670"/>
                </a:cubicBezTo>
                <a:cubicBezTo>
                  <a:pt x="7782" y="34043"/>
                  <a:pt x="11217" y="27448"/>
                  <a:pt x="14651" y="20852"/>
                </a:cubicBezTo>
                <a:cubicBezTo>
                  <a:pt x="18238" y="14013"/>
                  <a:pt x="23740" y="9484"/>
                  <a:pt x="31156" y="7295"/>
                </a:cubicBezTo>
                <a:cubicBezTo>
                  <a:pt x="37631" y="5350"/>
                  <a:pt x="44105" y="3496"/>
                  <a:pt x="50610" y="1642"/>
                </a:cubicBezTo>
                <a:cubicBezTo>
                  <a:pt x="53267" y="869"/>
                  <a:pt x="55881" y="487"/>
                  <a:pt x="58447" y="487"/>
                </a:cubicBezTo>
                <a:close/>
                <a:moveTo>
                  <a:pt x="58487" y="0"/>
                </a:moveTo>
                <a:cubicBezTo>
                  <a:pt x="56106" y="0"/>
                  <a:pt x="53682" y="331"/>
                  <a:pt x="51217" y="1003"/>
                </a:cubicBezTo>
                <a:cubicBezTo>
                  <a:pt x="44378" y="2888"/>
                  <a:pt x="37539" y="4894"/>
                  <a:pt x="30761" y="6961"/>
                </a:cubicBezTo>
                <a:cubicBezTo>
                  <a:pt x="23436" y="9149"/>
                  <a:pt x="17934" y="13678"/>
                  <a:pt x="14378" y="20457"/>
                </a:cubicBezTo>
                <a:cubicBezTo>
                  <a:pt x="10852" y="27113"/>
                  <a:pt x="7417" y="33800"/>
                  <a:pt x="3982" y="40487"/>
                </a:cubicBezTo>
                <a:cubicBezTo>
                  <a:pt x="700" y="46901"/>
                  <a:pt x="1" y="53618"/>
                  <a:pt x="1976" y="60548"/>
                </a:cubicBezTo>
                <a:cubicBezTo>
                  <a:pt x="4226" y="68451"/>
                  <a:pt x="6505" y="76354"/>
                  <a:pt x="8846" y="84257"/>
                </a:cubicBezTo>
                <a:cubicBezTo>
                  <a:pt x="10882" y="91096"/>
                  <a:pt x="15016" y="96385"/>
                  <a:pt x="21156" y="100032"/>
                </a:cubicBezTo>
                <a:cubicBezTo>
                  <a:pt x="27570" y="103831"/>
                  <a:pt x="34013" y="107540"/>
                  <a:pt x="40457" y="111309"/>
                </a:cubicBezTo>
                <a:cubicBezTo>
                  <a:pt x="44894" y="113895"/>
                  <a:pt x="49513" y="115205"/>
                  <a:pt x="54297" y="115205"/>
                </a:cubicBezTo>
                <a:cubicBezTo>
                  <a:pt x="56822" y="115205"/>
                  <a:pt x="59393" y="114840"/>
                  <a:pt x="62008" y="114105"/>
                </a:cubicBezTo>
                <a:cubicBezTo>
                  <a:pt x="68513" y="112251"/>
                  <a:pt x="75017" y="110336"/>
                  <a:pt x="81522" y="108421"/>
                </a:cubicBezTo>
                <a:cubicBezTo>
                  <a:pt x="89212" y="106202"/>
                  <a:pt x="94896" y="101521"/>
                  <a:pt x="98574" y="94439"/>
                </a:cubicBezTo>
                <a:cubicBezTo>
                  <a:pt x="101978" y="87904"/>
                  <a:pt x="105352" y="81339"/>
                  <a:pt x="108756" y="74804"/>
                </a:cubicBezTo>
                <a:cubicBezTo>
                  <a:pt x="110793" y="70852"/>
                  <a:pt x="111857" y="66658"/>
                  <a:pt x="111887" y="62068"/>
                </a:cubicBezTo>
                <a:cubicBezTo>
                  <a:pt x="111857" y="59788"/>
                  <a:pt x="111614" y="57417"/>
                  <a:pt x="110945" y="55107"/>
                </a:cubicBezTo>
                <a:cubicBezTo>
                  <a:pt x="109212" y="49089"/>
                  <a:pt x="107480" y="43071"/>
                  <a:pt x="105717" y="37083"/>
                </a:cubicBezTo>
                <a:cubicBezTo>
                  <a:pt x="104835" y="34104"/>
                  <a:pt x="104045" y="31065"/>
                  <a:pt x="102921" y="28207"/>
                </a:cubicBezTo>
                <a:cubicBezTo>
                  <a:pt x="100762" y="22736"/>
                  <a:pt x="97054" y="18450"/>
                  <a:pt x="92008" y="15411"/>
                </a:cubicBezTo>
                <a:cubicBezTo>
                  <a:pt x="85413" y="11490"/>
                  <a:pt x="78786" y="7660"/>
                  <a:pt x="72160" y="3830"/>
                </a:cubicBezTo>
                <a:cubicBezTo>
                  <a:pt x="67774" y="1304"/>
                  <a:pt x="63214" y="0"/>
                  <a:pt x="58487"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 name="Google Shape;13;p2"/>
          <p:cNvSpPr/>
          <p:nvPr/>
        </p:nvSpPr>
        <p:spPr>
          <a:xfrm>
            <a:off x="-2319480" y="-861480"/>
            <a:ext cx="2805840" cy="2879640"/>
          </a:xfrm>
          <a:custGeom>
            <a:avLst/>
            <a:gdLst>
              <a:gd name="textAreaLeft" fmla="*/ 0 w 2805840"/>
              <a:gd name="textAreaRight" fmla="*/ 2806200 w 2805840"/>
              <a:gd name="textAreaTop" fmla="*/ 0 h 2879640"/>
              <a:gd name="textAreaBottom" fmla="*/ 2880000 h 2879640"/>
            </a:gdLst>
            <a:ahLst/>
            <a:cxnLst/>
            <a:rect l="textAreaLeft" t="textAreaTop" r="textAreaRight" b="textAreaBottom"/>
            <a:pathLst>
              <a:path w="112252" h="115206">
                <a:moveTo>
                  <a:pt x="58447" y="487"/>
                </a:moveTo>
                <a:cubicBezTo>
                  <a:pt x="63248" y="487"/>
                  <a:pt x="67886" y="1824"/>
                  <a:pt x="72342" y="4438"/>
                </a:cubicBezTo>
                <a:cubicBezTo>
                  <a:pt x="78634" y="8146"/>
                  <a:pt x="84957" y="11794"/>
                  <a:pt x="91249" y="15472"/>
                </a:cubicBezTo>
                <a:cubicBezTo>
                  <a:pt x="97419" y="19119"/>
                  <a:pt x="101553" y="24408"/>
                  <a:pt x="103559" y="31308"/>
                </a:cubicBezTo>
                <a:cubicBezTo>
                  <a:pt x="105899" y="39302"/>
                  <a:pt x="108270" y="47265"/>
                  <a:pt x="110489" y="55290"/>
                </a:cubicBezTo>
                <a:cubicBezTo>
                  <a:pt x="112252" y="61673"/>
                  <a:pt x="111644" y="67934"/>
                  <a:pt x="108696" y="73861"/>
                </a:cubicBezTo>
                <a:cubicBezTo>
                  <a:pt x="105139" y="80974"/>
                  <a:pt x="101492" y="87995"/>
                  <a:pt x="97753" y="94986"/>
                </a:cubicBezTo>
                <a:cubicBezTo>
                  <a:pt x="94288" y="101461"/>
                  <a:pt x="88878" y="105746"/>
                  <a:pt x="81856" y="107874"/>
                </a:cubicBezTo>
                <a:cubicBezTo>
                  <a:pt x="75078" y="109911"/>
                  <a:pt x="68269" y="111825"/>
                  <a:pt x="61461" y="113801"/>
                </a:cubicBezTo>
                <a:cubicBezTo>
                  <a:pt x="59181" y="114439"/>
                  <a:pt x="56841" y="114713"/>
                  <a:pt x="54470" y="114743"/>
                </a:cubicBezTo>
                <a:lnTo>
                  <a:pt x="54439" y="114743"/>
                </a:lnTo>
                <a:cubicBezTo>
                  <a:pt x="49576" y="114713"/>
                  <a:pt x="45047" y="113467"/>
                  <a:pt x="40852" y="111005"/>
                </a:cubicBezTo>
                <a:cubicBezTo>
                  <a:pt x="34469" y="107297"/>
                  <a:pt x="28056" y="103588"/>
                  <a:pt x="21673" y="99850"/>
                </a:cubicBezTo>
                <a:cubicBezTo>
                  <a:pt x="15472" y="96233"/>
                  <a:pt x="11308" y="90974"/>
                  <a:pt x="9271" y="84105"/>
                </a:cubicBezTo>
                <a:cubicBezTo>
                  <a:pt x="6931" y="76172"/>
                  <a:pt x="4621" y="68238"/>
                  <a:pt x="2372" y="60275"/>
                </a:cubicBezTo>
                <a:cubicBezTo>
                  <a:pt x="457" y="53496"/>
                  <a:pt x="1186" y="46931"/>
                  <a:pt x="4408" y="40670"/>
                </a:cubicBezTo>
                <a:cubicBezTo>
                  <a:pt x="7782" y="34043"/>
                  <a:pt x="11217" y="27448"/>
                  <a:pt x="14651" y="20852"/>
                </a:cubicBezTo>
                <a:cubicBezTo>
                  <a:pt x="18238" y="14013"/>
                  <a:pt x="23740" y="9484"/>
                  <a:pt x="31156" y="7295"/>
                </a:cubicBezTo>
                <a:cubicBezTo>
                  <a:pt x="37631" y="5350"/>
                  <a:pt x="44105" y="3496"/>
                  <a:pt x="50610" y="1642"/>
                </a:cubicBezTo>
                <a:cubicBezTo>
                  <a:pt x="53267" y="869"/>
                  <a:pt x="55881" y="487"/>
                  <a:pt x="58447" y="487"/>
                </a:cubicBezTo>
                <a:close/>
                <a:moveTo>
                  <a:pt x="58487" y="0"/>
                </a:moveTo>
                <a:cubicBezTo>
                  <a:pt x="56106" y="0"/>
                  <a:pt x="53682" y="331"/>
                  <a:pt x="51217" y="1003"/>
                </a:cubicBezTo>
                <a:cubicBezTo>
                  <a:pt x="44378" y="2888"/>
                  <a:pt x="37539" y="4894"/>
                  <a:pt x="30761" y="6961"/>
                </a:cubicBezTo>
                <a:cubicBezTo>
                  <a:pt x="23436" y="9149"/>
                  <a:pt x="17934" y="13678"/>
                  <a:pt x="14378" y="20457"/>
                </a:cubicBezTo>
                <a:cubicBezTo>
                  <a:pt x="10852" y="27113"/>
                  <a:pt x="7417" y="33800"/>
                  <a:pt x="3982" y="40487"/>
                </a:cubicBezTo>
                <a:cubicBezTo>
                  <a:pt x="700" y="46901"/>
                  <a:pt x="1" y="53618"/>
                  <a:pt x="1976" y="60548"/>
                </a:cubicBezTo>
                <a:cubicBezTo>
                  <a:pt x="4226" y="68451"/>
                  <a:pt x="6505" y="76354"/>
                  <a:pt x="8846" y="84257"/>
                </a:cubicBezTo>
                <a:cubicBezTo>
                  <a:pt x="10882" y="91096"/>
                  <a:pt x="15016" y="96385"/>
                  <a:pt x="21156" y="100032"/>
                </a:cubicBezTo>
                <a:cubicBezTo>
                  <a:pt x="27570" y="103831"/>
                  <a:pt x="34013" y="107540"/>
                  <a:pt x="40457" y="111309"/>
                </a:cubicBezTo>
                <a:cubicBezTo>
                  <a:pt x="44894" y="113895"/>
                  <a:pt x="49513" y="115205"/>
                  <a:pt x="54297" y="115205"/>
                </a:cubicBezTo>
                <a:cubicBezTo>
                  <a:pt x="56822" y="115205"/>
                  <a:pt x="59393" y="114840"/>
                  <a:pt x="62008" y="114105"/>
                </a:cubicBezTo>
                <a:cubicBezTo>
                  <a:pt x="68513" y="112251"/>
                  <a:pt x="75017" y="110336"/>
                  <a:pt x="81522" y="108421"/>
                </a:cubicBezTo>
                <a:cubicBezTo>
                  <a:pt x="89212" y="106202"/>
                  <a:pt x="94896" y="101521"/>
                  <a:pt x="98574" y="94439"/>
                </a:cubicBezTo>
                <a:cubicBezTo>
                  <a:pt x="101978" y="87904"/>
                  <a:pt x="105352" y="81339"/>
                  <a:pt x="108756" y="74804"/>
                </a:cubicBezTo>
                <a:cubicBezTo>
                  <a:pt x="110793" y="70852"/>
                  <a:pt x="111857" y="66658"/>
                  <a:pt x="111887" y="62068"/>
                </a:cubicBezTo>
                <a:cubicBezTo>
                  <a:pt x="111857" y="59788"/>
                  <a:pt x="111614" y="57417"/>
                  <a:pt x="110945" y="55107"/>
                </a:cubicBezTo>
                <a:cubicBezTo>
                  <a:pt x="109212" y="49089"/>
                  <a:pt x="107480" y="43071"/>
                  <a:pt x="105717" y="37083"/>
                </a:cubicBezTo>
                <a:cubicBezTo>
                  <a:pt x="104835" y="34104"/>
                  <a:pt x="104045" y="31065"/>
                  <a:pt x="102921" y="28207"/>
                </a:cubicBezTo>
                <a:cubicBezTo>
                  <a:pt x="100762" y="22736"/>
                  <a:pt x="97054" y="18450"/>
                  <a:pt x="92008" y="15411"/>
                </a:cubicBezTo>
                <a:cubicBezTo>
                  <a:pt x="85413" y="11490"/>
                  <a:pt x="78786" y="7660"/>
                  <a:pt x="72160" y="3830"/>
                </a:cubicBezTo>
                <a:cubicBezTo>
                  <a:pt x="67774" y="1304"/>
                  <a:pt x="63214" y="0"/>
                  <a:pt x="58487"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6" name="Google Shape;14;p2"/>
          <p:cNvSpPr/>
          <p:nvPr/>
        </p:nvSpPr>
        <p:spPr>
          <a:xfrm rot="2224200">
            <a:off x="524880" y="4230360"/>
            <a:ext cx="2826360" cy="2688120"/>
          </a:xfrm>
          <a:custGeom>
            <a:avLst/>
            <a:gdLst>
              <a:gd name="textAreaLeft" fmla="*/ 0 w 2826360"/>
              <a:gd name="textAreaRight" fmla="*/ 2826720 w 2826360"/>
              <a:gd name="textAreaTop" fmla="*/ 0 h 2688120"/>
              <a:gd name="textAreaBottom" fmla="*/ 2688480 h 2688120"/>
            </a:gdLst>
            <a:ahLst/>
            <a:cxnLst/>
            <a:rect l="textAreaLeft" t="textAreaTop" r="textAreaRight" b="textAreaBottom"/>
            <a:pathLst>
              <a:path w="113073" h="107542">
                <a:moveTo>
                  <a:pt x="68694" y="456"/>
                </a:moveTo>
                <a:cubicBezTo>
                  <a:pt x="76020" y="456"/>
                  <a:pt x="82342" y="2979"/>
                  <a:pt x="87692" y="7994"/>
                </a:cubicBezTo>
                <a:cubicBezTo>
                  <a:pt x="93224" y="13222"/>
                  <a:pt x="98786" y="18511"/>
                  <a:pt x="104288" y="23800"/>
                </a:cubicBezTo>
                <a:cubicBezTo>
                  <a:pt x="108908" y="28237"/>
                  <a:pt x="111583" y="33648"/>
                  <a:pt x="112403" y="40001"/>
                </a:cubicBezTo>
                <a:cubicBezTo>
                  <a:pt x="112525" y="40973"/>
                  <a:pt x="112616" y="41976"/>
                  <a:pt x="112616" y="42949"/>
                </a:cubicBezTo>
                <a:cubicBezTo>
                  <a:pt x="112616" y="50153"/>
                  <a:pt x="112677" y="57356"/>
                  <a:pt x="112586" y="64560"/>
                </a:cubicBezTo>
                <a:cubicBezTo>
                  <a:pt x="112494" y="71764"/>
                  <a:pt x="109972" y="78086"/>
                  <a:pt x="104835" y="83162"/>
                </a:cubicBezTo>
                <a:cubicBezTo>
                  <a:pt x="98938" y="88998"/>
                  <a:pt x="92889" y="94712"/>
                  <a:pt x="86780" y="100336"/>
                </a:cubicBezTo>
                <a:cubicBezTo>
                  <a:pt x="82646" y="104135"/>
                  <a:pt x="77661" y="106232"/>
                  <a:pt x="72129" y="106871"/>
                </a:cubicBezTo>
                <a:cubicBezTo>
                  <a:pt x="70974" y="107023"/>
                  <a:pt x="69849" y="107053"/>
                  <a:pt x="68694" y="107053"/>
                </a:cubicBezTo>
                <a:cubicBezTo>
                  <a:pt x="64652" y="107083"/>
                  <a:pt x="60579" y="107083"/>
                  <a:pt x="56536" y="107083"/>
                </a:cubicBezTo>
                <a:lnTo>
                  <a:pt x="56536" y="107053"/>
                </a:lnTo>
                <a:cubicBezTo>
                  <a:pt x="53659" y="107053"/>
                  <a:pt x="50768" y="107094"/>
                  <a:pt x="47881" y="107094"/>
                </a:cubicBezTo>
                <a:cubicBezTo>
                  <a:pt x="46438" y="107094"/>
                  <a:pt x="44996" y="107083"/>
                  <a:pt x="43557" y="107053"/>
                </a:cubicBezTo>
                <a:cubicBezTo>
                  <a:pt x="36536" y="106901"/>
                  <a:pt x="30487" y="104348"/>
                  <a:pt x="25411" y="99545"/>
                </a:cubicBezTo>
                <a:cubicBezTo>
                  <a:pt x="19879" y="94317"/>
                  <a:pt x="14347" y="89059"/>
                  <a:pt x="8845" y="83770"/>
                </a:cubicBezTo>
                <a:cubicBezTo>
                  <a:pt x="4164" y="79302"/>
                  <a:pt x="1459" y="73770"/>
                  <a:pt x="669" y="67356"/>
                </a:cubicBezTo>
                <a:cubicBezTo>
                  <a:pt x="547" y="66353"/>
                  <a:pt x="486" y="65320"/>
                  <a:pt x="486" y="64317"/>
                </a:cubicBezTo>
                <a:cubicBezTo>
                  <a:pt x="456" y="57204"/>
                  <a:pt x="395" y="50122"/>
                  <a:pt x="486" y="43010"/>
                </a:cubicBezTo>
                <a:cubicBezTo>
                  <a:pt x="608" y="35472"/>
                  <a:pt x="3404" y="29028"/>
                  <a:pt x="8815" y="23769"/>
                </a:cubicBezTo>
                <a:cubicBezTo>
                  <a:pt x="14408" y="18389"/>
                  <a:pt x="20031" y="13070"/>
                  <a:pt x="25654" y="7751"/>
                </a:cubicBezTo>
                <a:cubicBezTo>
                  <a:pt x="30031" y="3647"/>
                  <a:pt x="35229" y="1307"/>
                  <a:pt x="41186" y="638"/>
                </a:cubicBezTo>
                <a:cubicBezTo>
                  <a:pt x="42189" y="517"/>
                  <a:pt x="43162" y="486"/>
                  <a:pt x="44165" y="486"/>
                </a:cubicBezTo>
                <a:cubicBezTo>
                  <a:pt x="52341" y="456"/>
                  <a:pt x="60518" y="456"/>
                  <a:pt x="68694" y="456"/>
                </a:cubicBezTo>
                <a:close/>
                <a:moveTo>
                  <a:pt x="42493" y="0"/>
                </a:moveTo>
                <a:cubicBezTo>
                  <a:pt x="41794" y="91"/>
                  <a:pt x="41125" y="152"/>
                  <a:pt x="40426" y="274"/>
                </a:cubicBezTo>
                <a:cubicBezTo>
                  <a:pt x="34681" y="1064"/>
                  <a:pt x="29636" y="3404"/>
                  <a:pt x="25411" y="7356"/>
                </a:cubicBezTo>
                <a:cubicBezTo>
                  <a:pt x="20487" y="11976"/>
                  <a:pt x="15623" y="16626"/>
                  <a:pt x="10730" y="21307"/>
                </a:cubicBezTo>
                <a:cubicBezTo>
                  <a:pt x="9331" y="22645"/>
                  <a:pt x="7903" y="23952"/>
                  <a:pt x="6626" y="25441"/>
                </a:cubicBezTo>
                <a:cubicBezTo>
                  <a:pt x="3100" y="29544"/>
                  <a:pt x="1003" y="34317"/>
                  <a:pt x="274" y="39697"/>
                </a:cubicBezTo>
                <a:cubicBezTo>
                  <a:pt x="152" y="40517"/>
                  <a:pt x="91" y="41368"/>
                  <a:pt x="0" y="42219"/>
                </a:cubicBezTo>
                <a:lnTo>
                  <a:pt x="0" y="65290"/>
                </a:lnTo>
                <a:cubicBezTo>
                  <a:pt x="61" y="65989"/>
                  <a:pt x="122" y="66688"/>
                  <a:pt x="213" y="67417"/>
                </a:cubicBezTo>
                <a:cubicBezTo>
                  <a:pt x="1033" y="73952"/>
                  <a:pt x="3769" y="79545"/>
                  <a:pt x="8511" y="84104"/>
                </a:cubicBezTo>
                <a:cubicBezTo>
                  <a:pt x="14043" y="89393"/>
                  <a:pt x="19575" y="94652"/>
                  <a:pt x="25137" y="99910"/>
                </a:cubicBezTo>
                <a:cubicBezTo>
                  <a:pt x="30305" y="104773"/>
                  <a:pt x="36444" y="107418"/>
                  <a:pt x="43557" y="107479"/>
                </a:cubicBezTo>
                <a:cubicBezTo>
                  <a:pt x="46974" y="107527"/>
                  <a:pt x="50390" y="107542"/>
                  <a:pt x="53806" y="107542"/>
                </a:cubicBezTo>
                <a:cubicBezTo>
                  <a:pt x="58931" y="107542"/>
                  <a:pt x="64056" y="107509"/>
                  <a:pt x="69181" y="107509"/>
                </a:cubicBezTo>
                <a:cubicBezTo>
                  <a:pt x="70032" y="107509"/>
                  <a:pt x="70883" y="107479"/>
                  <a:pt x="71734" y="107387"/>
                </a:cubicBezTo>
                <a:cubicBezTo>
                  <a:pt x="77965" y="106719"/>
                  <a:pt x="83406" y="104226"/>
                  <a:pt x="87965" y="99910"/>
                </a:cubicBezTo>
                <a:cubicBezTo>
                  <a:pt x="93467" y="94712"/>
                  <a:pt x="98968" y="89484"/>
                  <a:pt x="104440" y="84226"/>
                </a:cubicBezTo>
                <a:cubicBezTo>
                  <a:pt x="109121" y="79758"/>
                  <a:pt x="111917" y="74317"/>
                  <a:pt x="112798" y="67904"/>
                </a:cubicBezTo>
                <a:cubicBezTo>
                  <a:pt x="112920" y="67204"/>
                  <a:pt x="112981" y="66475"/>
                  <a:pt x="113072" y="65746"/>
                </a:cubicBezTo>
                <a:lnTo>
                  <a:pt x="113072" y="41763"/>
                </a:lnTo>
                <a:cubicBezTo>
                  <a:pt x="113011" y="41156"/>
                  <a:pt x="112950" y="40548"/>
                  <a:pt x="112859" y="39970"/>
                </a:cubicBezTo>
                <a:cubicBezTo>
                  <a:pt x="112008" y="33465"/>
                  <a:pt x="109273" y="27933"/>
                  <a:pt x="104561" y="23405"/>
                </a:cubicBezTo>
                <a:cubicBezTo>
                  <a:pt x="99060" y="18146"/>
                  <a:pt x="93528" y="12888"/>
                  <a:pt x="88026" y="7660"/>
                </a:cubicBezTo>
                <a:cubicBezTo>
                  <a:pt x="83831" y="3708"/>
                  <a:pt x="78907" y="1246"/>
                  <a:pt x="73223" y="334"/>
                </a:cubicBezTo>
                <a:cubicBezTo>
                  <a:pt x="72342" y="213"/>
                  <a:pt x="71460" y="122"/>
                  <a:pt x="70579"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 name="PlaceHolder 2"/>
          <p:cNvSpPr>
            <a:spLocks noGrp="1"/>
          </p:cNvSpPr>
          <p:nvPr>
            <p:ph type="body" hasCustomPrompt="1"/>
          </p:nvPr>
        </p:nvSpPr>
        <p:spPr>
          <a:xfrm>
            <a:off x="457200" y="1203480"/>
            <a:ext cx="8229240" cy="298296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fr-FR" sz="1400" b="0" u="none" strike="noStrike">
                <a:solidFill>
                  <a:srgbClr val="000000"/>
                </a:solidFill>
                <a:effectLst/>
                <a:uFillTx/>
                <a:latin typeface="Arial" panose="020B0604020202020204"/>
              </a:rPr>
              <a:t>Click to edit the outline text format</a:t>
            </a:r>
            <a:endParaRPr lang="fr-FR" sz="1400" b="0" u="none" strike="noStrike">
              <a:solidFill>
                <a:srgbClr val="000000"/>
              </a:solidFill>
              <a:effectLst/>
              <a:uFillTx/>
              <a:latin typeface="Arial" panose="020B0604020202020204"/>
            </a:endParaRPr>
          </a:p>
          <a:p>
            <a:pPr marL="864235" lvl="1" indent="-323850">
              <a:spcBef>
                <a:spcPts val="1135"/>
              </a:spcBef>
              <a:buClr>
                <a:srgbClr val="FFFFFF"/>
              </a:buClr>
              <a:buSzPct val="75000"/>
              <a:buFont typeface="Symbol" panose="05050102010706020507" charset="2"/>
              <a:buChar char=""/>
            </a:pPr>
            <a:r>
              <a:rPr lang="fr-FR" sz="1400" b="0" u="none" strike="noStrike">
                <a:solidFill>
                  <a:srgbClr val="000000"/>
                </a:solidFill>
                <a:effectLst/>
                <a:uFillTx/>
                <a:latin typeface="Arial" panose="020B0604020202020204"/>
              </a:rPr>
              <a:t>Second Outline Level</a:t>
            </a:r>
            <a:endParaRPr lang="fr-FR" sz="1400" b="0" u="none" strike="noStrike">
              <a:solidFill>
                <a:srgbClr val="000000"/>
              </a:solidFill>
              <a:effectLst/>
              <a:uFillTx/>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fr-FR" sz="1400" b="0" u="none" strike="noStrike">
                <a:solidFill>
                  <a:srgbClr val="000000"/>
                </a:solidFill>
                <a:effectLst/>
                <a:uFillTx/>
                <a:latin typeface="Arial" panose="020B0604020202020204"/>
              </a:rPr>
              <a:t>Third Outline Level</a:t>
            </a:r>
            <a:endParaRPr lang="fr-FR" sz="1400" b="0" u="none" strike="noStrike">
              <a:solidFill>
                <a:srgbClr val="000000"/>
              </a:solidFill>
              <a:effectLst/>
              <a:uFillTx/>
              <a:latin typeface="Arial" panose="020B0604020202020204"/>
            </a:endParaRPr>
          </a:p>
          <a:p>
            <a:pPr marL="1727835" lvl="3" indent="-215900">
              <a:spcBef>
                <a:spcPts val="565"/>
              </a:spcBef>
              <a:buClr>
                <a:srgbClr val="FFFFFF"/>
              </a:buClr>
              <a:buSzPct val="75000"/>
              <a:buFont typeface="Symbol" panose="05050102010706020507" charset="2"/>
              <a:buChar char=""/>
            </a:pPr>
            <a:r>
              <a:rPr lang="fr-FR" sz="1400" b="0" u="none" strike="noStrike">
                <a:solidFill>
                  <a:srgbClr val="000000"/>
                </a:solidFill>
                <a:effectLst/>
                <a:uFillTx/>
                <a:latin typeface="Arial" panose="020B0604020202020204"/>
              </a:rPr>
              <a:t>Fourth Outline Level</a:t>
            </a:r>
            <a:endParaRPr lang="fr-FR" sz="1400" b="0" u="none" strike="noStrike">
              <a:solidFill>
                <a:srgbClr val="000000"/>
              </a:solidFill>
              <a:effectLst/>
              <a:uFillTx/>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Fifth Outline Level</a:t>
            </a:r>
            <a:endParaRPr lang="fr-FR" sz="2000" b="0" u="none" strike="noStrike">
              <a:solidFill>
                <a:srgbClr val="000000"/>
              </a:solidFill>
              <a:effectLst/>
              <a:uFillTx/>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Sixth Outline Level</a:t>
            </a:r>
            <a:endParaRPr lang="fr-FR" sz="2000" b="0" u="none" strike="noStrike">
              <a:solidFill>
                <a:srgbClr val="000000"/>
              </a:solidFill>
              <a:effectLst/>
              <a:uFillTx/>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Seventh Outline Level</a:t>
            </a:r>
            <a:endParaRPr lang="fr-FR" sz="2000" b="0" u="none" strike="noStrike">
              <a:solidFill>
                <a:srgbClr val="000000"/>
              </a:solidFill>
              <a:effectLst/>
              <a:uFillTx/>
              <a:latin typeface="Arial" panose="020B0604020202020204"/>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pic>
        <p:nvPicPr>
          <p:cNvPr id="8" name="Google Shape;295;p33"/>
          <p:cNvPicPr/>
          <p:nvPr/>
        </p:nvPicPr>
        <p:blipFill>
          <a:blip r:embed="rId2"/>
          <a:stretch>
            <a:fillRect/>
          </a:stretch>
        </p:blipFill>
        <p:spPr>
          <a:xfrm rot="10800000" flipH="1">
            <a:off x="0" y="0"/>
            <a:ext cx="9143640" cy="5143320"/>
          </a:xfrm>
          <a:prstGeom prst="rect">
            <a:avLst/>
          </a:prstGeom>
          <a:noFill/>
          <a:ln w="0">
            <a:noFill/>
          </a:ln>
        </p:spPr>
      </p:pic>
      <p:sp>
        <p:nvSpPr>
          <p:cNvPr id="9" name="PlaceHolder 1"/>
          <p:cNvSpPr>
            <a:spLocks noGrp="1"/>
          </p:cNvSpPr>
          <p:nvPr>
            <p:ph type="title" hasCustomPrompt="1"/>
          </p:nvPr>
        </p:nvSpPr>
        <p:spPr>
          <a:xfrm>
            <a:off x="2347920" y="601200"/>
            <a:ext cx="4447800" cy="1058400"/>
          </a:xfrm>
          <a:prstGeom prst="rect">
            <a:avLst/>
          </a:prstGeom>
          <a:noFill/>
          <a:ln w="0">
            <a:noFill/>
          </a:ln>
        </p:spPr>
        <p:txBody>
          <a:bodyPr lIns="91440" tIns="91440" rIns="91440" bIns="91440" anchor="t">
            <a:noAutofit/>
          </a:bodyPr>
          <a:p>
            <a:pPr indent="0">
              <a:buNone/>
            </a:pPr>
            <a:r>
              <a:rPr lang="fr-FR" sz="6000" b="0" u="none" strike="noStrike">
                <a:solidFill>
                  <a:schemeClr val="dk1"/>
                </a:solidFill>
                <a:effectLst/>
                <a:uFillTx/>
                <a:latin typeface="Arial" panose="020B0604020202020204"/>
              </a:rPr>
              <a:t>Click to edit the title text format</a:t>
            </a:r>
            <a:endParaRPr lang="fr-FR" sz="6000" b="0" u="none" strike="noStrike">
              <a:solidFill>
                <a:schemeClr val="dk1"/>
              </a:solidFill>
              <a:effectLst/>
              <a:uFillTx/>
              <a:latin typeface="Arial" panose="020B0604020202020204"/>
            </a:endParaRPr>
          </a:p>
        </p:txBody>
      </p:sp>
      <p:sp>
        <p:nvSpPr>
          <p:cNvPr id="10" name="Google Shape;298;p33"/>
          <p:cNvSpPr/>
          <p:nvPr/>
        </p:nvSpPr>
        <p:spPr>
          <a:xfrm>
            <a:off x="2099160" y="3611880"/>
            <a:ext cx="4945320" cy="555840"/>
          </a:xfrm>
          <a:prstGeom prst="rect">
            <a:avLst/>
          </a:prstGeom>
          <a:noFill/>
          <a:ln w="0">
            <a:noFill/>
          </a:ln>
        </p:spPr>
        <p:style>
          <a:lnRef idx="0">
            <a:srgbClr val="FFFFFF"/>
          </a:lnRef>
          <a:fillRef idx="0">
            <a:srgbClr val="FFFFFF"/>
          </a:fillRef>
          <a:effectRef idx="0">
            <a:srgbClr val="FFFFFF"/>
          </a:effectRef>
          <a:fontRef idx="minor"/>
        </p:style>
        <p:txBody>
          <a:bodyPr tIns="91440" bIns="91440" anchor="t">
            <a:noAutofit/>
          </a:bodyPr>
          <a:p>
            <a:pPr algn="ctr" defTabSz="914400">
              <a:lnSpc>
                <a:spcPct val="100000"/>
              </a:lnSpc>
              <a:spcBef>
                <a:spcPts val="300"/>
              </a:spcBef>
              <a:tabLst>
                <a:tab pos="0" algn="l"/>
              </a:tabLst>
            </a:pPr>
            <a:r>
              <a:rPr lang="en-GB" sz="1200" b="1" u="none" strike="noStrike">
                <a:solidFill>
                  <a:schemeClr val="dk1"/>
                </a:solidFill>
                <a:effectLst/>
                <a:uFillTx/>
                <a:latin typeface="DM Sans"/>
                <a:ea typeface="DM Sans"/>
              </a:rPr>
              <a:t>CREDITS:</a:t>
            </a:r>
            <a:r>
              <a:rPr lang="en-GB" sz="1200" b="0" u="none" strike="noStrike">
                <a:solidFill>
                  <a:schemeClr val="dk1"/>
                </a:solidFill>
                <a:effectLst/>
                <a:uFillTx/>
                <a:latin typeface="DM Sans"/>
                <a:ea typeface="DM Sans"/>
              </a:rPr>
              <a:t> This presentation template was created by </a:t>
            </a:r>
            <a:r>
              <a:rPr lang="en-GB" sz="1200" b="1" u="sng" strike="noStrike">
                <a:solidFill>
                  <a:schemeClr val="hlink"/>
                </a:solidFill>
                <a:effectLst/>
                <a:uFillTx/>
                <a:latin typeface="DM Sans"/>
                <a:ea typeface="DM Sans"/>
                <a:hlinkClick r:id="rId3"/>
              </a:rPr>
              <a:t>Slidesgo</a:t>
            </a:r>
            <a:r>
              <a:rPr lang="en-GB" sz="1200" b="0" u="none" strike="noStrike">
                <a:solidFill>
                  <a:schemeClr val="dk1"/>
                </a:solidFill>
                <a:effectLst/>
                <a:uFillTx/>
                <a:latin typeface="DM Sans"/>
                <a:ea typeface="DM Sans"/>
              </a:rPr>
              <a:t>, and includes icons by </a:t>
            </a:r>
            <a:r>
              <a:rPr lang="en-GB" sz="1200" b="1" u="sng" strike="noStrike">
                <a:solidFill>
                  <a:schemeClr val="dk1"/>
                </a:solidFill>
                <a:effectLst/>
                <a:uFillTx/>
                <a:latin typeface="DM Sans"/>
                <a:ea typeface="DM Sans"/>
                <a:hlinkClick r:id="rId4"/>
              </a:rPr>
              <a:t>Flaticon</a:t>
            </a:r>
            <a:r>
              <a:rPr lang="en-GB" sz="1200" b="0" u="none" strike="noStrike">
                <a:solidFill>
                  <a:schemeClr val="dk1"/>
                </a:solidFill>
                <a:effectLst/>
                <a:uFillTx/>
                <a:latin typeface="DM Sans"/>
                <a:ea typeface="DM Sans"/>
              </a:rPr>
              <a:t>, and infographics &amp; images by </a:t>
            </a:r>
            <a:r>
              <a:rPr lang="en-GB" sz="1200" b="1" u="sng" strike="noStrike">
                <a:solidFill>
                  <a:schemeClr val="dk1"/>
                </a:solidFill>
                <a:effectLst/>
                <a:uFillTx/>
                <a:latin typeface="DM Sans"/>
                <a:ea typeface="DM Sans"/>
                <a:hlinkClick r:id="rId5"/>
              </a:rPr>
              <a:t>Freepik</a:t>
            </a:r>
            <a:r>
              <a:rPr lang="en-GB" sz="1200" b="0" u="sng" strike="noStrike">
                <a:solidFill>
                  <a:schemeClr val="dk1"/>
                </a:solidFill>
                <a:effectLst/>
                <a:uFillTx/>
                <a:latin typeface="DM Sans"/>
                <a:ea typeface="DM Sans"/>
              </a:rPr>
              <a:t> </a:t>
            </a:r>
            <a:endParaRPr lang="en-US" sz="1200" b="0" u="none" strike="noStrike">
              <a:solidFill>
                <a:srgbClr val="FFFFFF"/>
              </a:solidFill>
              <a:effectLst/>
              <a:uFillTx/>
              <a:latin typeface="OpenSymbol"/>
            </a:endParaRPr>
          </a:p>
        </p:txBody>
      </p:sp>
      <p:sp>
        <p:nvSpPr>
          <p:cNvPr id="11" name="Google Shape;299;p33"/>
          <p:cNvSpPr/>
          <p:nvPr/>
        </p:nvSpPr>
        <p:spPr>
          <a:xfrm rot="1524600">
            <a:off x="266040" y="4611240"/>
            <a:ext cx="2826720" cy="2688120"/>
          </a:xfrm>
          <a:custGeom>
            <a:avLst/>
            <a:gdLst>
              <a:gd name="textAreaLeft" fmla="*/ 0 w 2826720"/>
              <a:gd name="textAreaRight" fmla="*/ 2827080 w 2826720"/>
              <a:gd name="textAreaTop" fmla="*/ 0 h 2688120"/>
              <a:gd name="textAreaBottom" fmla="*/ 2688480 h 2688120"/>
            </a:gdLst>
            <a:ahLst/>
            <a:cxnLst/>
            <a:rect l="textAreaLeft" t="textAreaTop" r="textAreaRight" b="textAreaBottom"/>
            <a:pathLst>
              <a:path w="113073" h="107542">
                <a:moveTo>
                  <a:pt x="68694" y="456"/>
                </a:moveTo>
                <a:cubicBezTo>
                  <a:pt x="76020" y="456"/>
                  <a:pt x="82342" y="2979"/>
                  <a:pt x="87692" y="7994"/>
                </a:cubicBezTo>
                <a:cubicBezTo>
                  <a:pt x="93224" y="13222"/>
                  <a:pt x="98786" y="18511"/>
                  <a:pt x="104288" y="23800"/>
                </a:cubicBezTo>
                <a:cubicBezTo>
                  <a:pt x="108908" y="28237"/>
                  <a:pt x="111583" y="33648"/>
                  <a:pt x="112403" y="40001"/>
                </a:cubicBezTo>
                <a:cubicBezTo>
                  <a:pt x="112525" y="40973"/>
                  <a:pt x="112616" y="41976"/>
                  <a:pt x="112616" y="42949"/>
                </a:cubicBezTo>
                <a:cubicBezTo>
                  <a:pt x="112616" y="50153"/>
                  <a:pt x="112677" y="57356"/>
                  <a:pt x="112586" y="64560"/>
                </a:cubicBezTo>
                <a:cubicBezTo>
                  <a:pt x="112494" y="71764"/>
                  <a:pt x="109972" y="78086"/>
                  <a:pt x="104835" y="83162"/>
                </a:cubicBezTo>
                <a:cubicBezTo>
                  <a:pt x="98938" y="88998"/>
                  <a:pt x="92889" y="94712"/>
                  <a:pt x="86780" y="100336"/>
                </a:cubicBezTo>
                <a:cubicBezTo>
                  <a:pt x="82646" y="104135"/>
                  <a:pt x="77661" y="106232"/>
                  <a:pt x="72129" y="106871"/>
                </a:cubicBezTo>
                <a:cubicBezTo>
                  <a:pt x="70974" y="107023"/>
                  <a:pt x="69849" y="107053"/>
                  <a:pt x="68694" y="107053"/>
                </a:cubicBezTo>
                <a:cubicBezTo>
                  <a:pt x="64652" y="107083"/>
                  <a:pt x="60579" y="107083"/>
                  <a:pt x="56536" y="107083"/>
                </a:cubicBezTo>
                <a:lnTo>
                  <a:pt x="56536" y="107053"/>
                </a:lnTo>
                <a:cubicBezTo>
                  <a:pt x="53659" y="107053"/>
                  <a:pt x="50768" y="107094"/>
                  <a:pt x="47881" y="107094"/>
                </a:cubicBezTo>
                <a:cubicBezTo>
                  <a:pt x="46438" y="107094"/>
                  <a:pt x="44996" y="107083"/>
                  <a:pt x="43557" y="107053"/>
                </a:cubicBezTo>
                <a:cubicBezTo>
                  <a:pt x="36536" y="106901"/>
                  <a:pt x="30487" y="104348"/>
                  <a:pt x="25411" y="99545"/>
                </a:cubicBezTo>
                <a:cubicBezTo>
                  <a:pt x="19879" y="94317"/>
                  <a:pt x="14347" y="89059"/>
                  <a:pt x="8845" y="83770"/>
                </a:cubicBezTo>
                <a:cubicBezTo>
                  <a:pt x="4164" y="79302"/>
                  <a:pt x="1459" y="73770"/>
                  <a:pt x="669" y="67356"/>
                </a:cubicBezTo>
                <a:cubicBezTo>
                  <a:pt x="547" y="66353"/>
                  <a:pt x="486" y="65320"/>
                  <a:pt x="486" y="64317"/>
                </a:cubicBezTo>
                <a:cubicBezTo>
                  <a:pt x="456" y="57204"/>
                  <a:pt x="395" y="50122"/>
                  <a:pt x="486" y="43010"/>
                </a:cubicBezTo>
                <a:cubicBezTo>
                  <a:pt x="608" y="35472"/>
                  <a:pt x="3404" y="29028"/>
                  <a:pt x="8815" y="23769"/>
                </a:cubicBezTo>
                <a:cubicBezTo>
                  <a:pt x="14408" y="18389"/>
                  <a:pt x="20031" y="13070"/>
                  <a:pt x="25654" y="7751"/>
                </a:cubicBezTo>
                <a:cubicBezTo>
                  <a:pt x="30031" y="3647"/>
                  <a:pt x="35229" y="1307"/>
                  <a:pt x="41186" y="638"/>
                </a:cubicBezTo>
                <a:cubicBezTo>
                  <a:pt x="42189" y="517"/>
                  <a:pt x="43162" y="486"/>
                  <a:pt x="44165" y="486"/>
                </a:cubicBezTo>
                <a:cubicBezTo>
                  <a:pt x="52341" y="456"/>
                  <a:pt x="60518" y="456"/>
                  <a:pt x="68694" y="456"/>
                </a:cubicBezTo>
                <a:close/>
                <a:moveTo>
                  <a:pt x="42493" y="0"/>
                </a:moveTo>
                <a:cubicBezTo>
                  <a:pt x="41794" y="91"/>
                  <a:pt x="41125" y="152"/>
                  <a:pt x="40426" y="274"/>
                </a:cubicBezTo>
                <a:cubicBezTo>
                  <a:pt x="34681" y="1064"/>
                  <a:pt x="29636" y="3404"/>
                  <a:pt x="25411" y="7356"/>
                </a:cubicBezTo>
                <a:cubicBezTo>
                  <a:pt x="20487" y="11976"/>
                  <a:pt x="15623" y="16626"/>
                  <a:pt x="10730" y="21307"/>
                </a:cubicBezTo>
                <a:cubicBezTo>
                  <a:pt x="9331" y="22645"/>
                  <a:pt x="7903" y="23952"/>
                  <a:pt x="6626" y="25441"/>
                </a:cubicBezTo>
                <a:cubicBezTo>
                  <a:pt x="3100" y="29544"/>
                  <a:pt x="1003" y="34317"/>
                  <a:pt x="274" y="39697"/>
                </a:cubicBezTo>
                <a:cubicBezTo>
                  <a:pt x="152" y="40517"/>
                  <a:pt x="91" y="41368"/>
                  <a:pt x="0" y="42219"/>
                </a:cubicBezTo>
                <a:lnTo>
                  <a:pt x="0" y="65290"/>
                </a:lnTo>
                <a:cubicBezTo>
                  <a:pt x="61" y="65989"/>
                  <a:pt x="122" y="66688"/>
                  <a:pt x="213" y="67417"/>
                </a:cubicBezTo>
                <a:cubicBezTo>
                  <a:pt x="1033" y="73952"/>
                  <a:pt x="3769" y="79545"/>
                  <a:pt x="8511" y="84104"/>
                </a:cubicBezTo>
                <a:cubicBezTo>
                  <a:pt x="14043" y="89393"/>
                  <a:pt x="19575" y="94652"/>
                  <a:pt x="25137" y="99910"/>
                </a:cubicBezTo>
                <a:cubicBezTo>
                  <a:pt x="30305" y="104773"/>
                  <a:pt x="36444" y="107418"/>
                  <a:pt x="43557" y="107479"/>
                </a:cubicBezTo>
                <a:cubicBezTo>
                  <a:pt x="46974" y="107527"/>
                  <a:pt x="50390" y="107542"/>
                  <a:pt x="53806" y="107542"/>
                </a:cubicBezTo>
                <a:cubicBezTo>
                  <a:pt x="58931" y="107542"/>
                  <a:pt x="64056" y="107509"/>
                  <a:pt x="69181" y="107509"/>
                </a:cubicBezTo>
                <a:cubicBezTo>
                  <a:pt x="70032" y="107509"/>
                  <a:pt x="70883" y="107479"/>
                  <a:pt x="71734" y="107387"/>
                </a:cubicBezTo>
                <a:cubicBezTo>
                  <a:pt x="77965" y="106719"/>
                  <a:pt x="83406" y="104226"/>
                  <a:pt x="87965" y="99910"/>
                </a:cubicBezTo>
                <a:cubicBezTo>
                  <a:pt x="93467" y="94712"/>
                  <a:pt x="98968" y="89484"/>
                  <a:pt x="104440" y="84226"/>
                </a:cubicBezTo>
                <a:cubicBezTo>
                  <a:pt x="109121" y="79758"/>
                  <a:pt x="111917" y="74317"/>
                  <a:pt x="112798" y="67904"/>
                </a:cubicBezTo>
                <a:cubicBezTo>
                  <a:pt x="112920" y="67204"/>
                  <a:pt x="112981" y="66475"/>
                  <a:pt x="113072" y="65746"/>
                </a:cubicBezTo>
                <a:lnTo>
                  <a:pt x="113072" y="41763"/>
                </a:lnTo>
                <a:cubicBezTo>
                  <a:pt x="113011" y="41156"/>
                  <a:pt x="112950" y="40548"/>
                  <a:pt x="112859" y="39970"/>
                </a:cubicBezTo>
                <a:cubicBezTo>
                  <a:pt x="112008" y="33465"/>
                  <a:pt x="109273" y="27933"/>
                  <a:pt x="104561" y="23405"/>
                </a:cubicBezTo>
                <a:cubicBezTo>
                  <a:pt x="99060" y="18146"/>
                  <a:pt x="93528" y="12888"/>
                  <a:pt x="88026" y="7660"/>
                </a:cubicBezTo>
                <a:cubicBezTo>
                  <a:pt x="83831" y="3708"/>
                  <a:pt x="78907" y="1246"/>
                  <a:pt x="73223" y="334"/>
                </a:cubicBezTo>
                <a:cubicBezTo>
                  <a:pt x="72342" y="213"/>
                  <a:pt x="71460" y="122"/>
                  <a:pt x="70579"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 name="Google Shape;300;p33"/>
          <p:cNvSpPr/>
          <p:nvPr/>
        </p:nvSpPr>
        <p:spPr>
          <a:xfrm>
            <a:off x="8270640" y="239040"/>
            <a:ext cx="2805840" cy="2879640"/>
          </a:xfrm>
          <a:custGeom>
            <a:avLst/>
            <a:gdLst>
              <a:gd name="textAreaLeft" fmla="*/ 0 w 2805840"/>
              <a:gd name="textAreaRight" fmla="*/ 2806200 w 2805840"/>
              <a:gd name="textAreaTop" fmla="*/ 0 h 2879640"/>
              <a:gd name="textAreaBottom" fmla="*/ 2880000 h 2879640"/>
            </a:gdLst>
            <a:ahLst/>
            <a:cxnLst/>
            <a:rect l="textAreaLeft" t="textAreaTop" r="textAreaRight" b="textAreaBottom"/>
            <a:pathLst>
              <a:path w="112252" h="115206">
                <a:moveTo>
                  <a:pt x="58447" y="487"/>
                </a:moveTo>
                <a:cubicBezTo>
                  <a:pt x="63248" y="487"/>
                  <a:pt x="67886" y="1824"/>
                  <a:pt x="72342" y="4438"/>
                </a:cubicBezTo>
                <a:cubicBezTo>
                  <a:pt x="78634" y="8146"/>
                  <a:pt x="84957" y="11794"/>
                  <a:pt x="91249" y="15472"/>
                </a:cubicBezTo>
                <a:cubicBezTo>
                  <a:pt x="97419" y="19119"/>
                  <a:pt x="101553" y="24408"/>
                  <a:pt x="103559" y="31308"/>
                </a:cubicBezTo>
                <a:cubicBezTo>
                  <a:pt x="105899" y="39302"/>
                  <a:pt x="108270" y="47265"/>
                  <a:pt x="110489" y="55290"/>
                </a:cubicBezTo>
                <a:cubicBezTo>
                  <a:pt x="112252" y="61673"/>
                  <a:pt x="111644" y="67934"/>
                  <a:pt x="108696" y="73861"/>
                </a:cubicBezTo>
                <a:cubicBezTo>
                  <a:pt x="105139" y="80974"/>
                  <a:pt x="101492" y="87995"/>
                  <a:pt x="97753" y="94986"/>
                </a:cubicBezTo>
                <a:cubicBezTo>
                  <a:pt x="94288" y="101461"/>
                  <a:pt x="88878" y="105746"/>
                  <a:pt x="81856" y="107874"/>
                </a:cubicBezTo>
                <a:cubicBezTo>
                  <a:pt x="75078" y="109911"/>
                  <a:pt x="68269" y="111825"/>
                  <a:pt x="61461" y="113801"/>
                </a:cubicBezTo>
                <a:cubicBezTo>
                  <a:pt x="59181" y="114439"/>
                  <a:pt x="56841" y="114713"/>
                  <a:pt x="54470" y="114743"/>
                </a:cubicBezTo>
                <a:lnTo>
                  <a:pt x="54439" y="114743"/>
                </a:lnTo>
                <a:cubicBezTo>
                  <a:pt x="49576" y="114713"/>
                  <a:pt x="45047" y="113467"/>
                  <a:pt x="40852" y="111005"/>
                </a:cubicBezTo>
                <a:cubicBezTo>
                  <a:pt x="34469" y="107297"/>
                  <a:pt x="28056" y="103588"/>
                  <a:pt x="21673" y="99850"/>
                </a:cubicBezTo>
                <a:cubicBezTo>
                  <a:pt x="15472" y="96233"/>
                  <a:pt x="11308" y="90974"/>
                  <a:pt x="9271" y="84105"/>
                </a:cubicBezTo>
                <a:cubicBezTo>
                  <a:pt x="6931" y="76172"/>
                  <a:pt x="4621" y="68238"/>
                  <a:pt x="2372" y="60275"/>
                </a:cubicBezTo>
                <a:cubicBezTo>
                  <a:pt x="457" y="53496"/>
                  <a:pt x="1186" y="46931"/>
                  <a:pt x="4408" y="40670"/>
                </a:cubicBezTo>
                <a:cubicBezTo>
                  <a:pt x="7782" y="34043"/>
                  <a:pt x="11217" y="27448"/>
                  <a:pt x="14651" y="20852"/>
                </a:cubicBezTo>
                <a:cubicBezTo>
                  <a:pt x="18238" y="14013"/>
                  <a:pt x="23740" y="9484"/>
                  <a:pt x="31156" y="7295"/>
                </a:cubicBezTo>
                <a:cubicBezTo>
                  <a:pt x="37631" y="5350"/>
                  <a:pt x="44105" y="3496"/>
                  <a:pt x="50610" y="1642"/>
                </a:cubicBezTo>
                <a:cubicBezTo>
                  <a:pt x="53267" y="869"/>
                  <a:pt x="55881" y="487"/>
                  <a:pt x="58447" y="487"/>
                </a:cubicBezTo>
                <a:close/>
                <a:moveTo>
                  <a:pt x="58487" y="0"/>
                </a:moveTo>
                <a:cubicBezTo>
                  <a:pt x="56106" y="0"/>
                  <a:pt x="53682" y="331"/>
                  <a:pt x="51217" y="1003"/>
                </a:cubicBezTo>
                <a:cubicBezTo>
                  <a:pt x="44378" y="2888"/>
                  <a:pt x="37539" y="4894"/>
                  <a:pt x="30761" y="6961"/>
                </a:cubicBezTo>
                <a:cubicBezTo>
                  <a:pt x="23436" y="9149"/>
                  <a:pt x="17934" y="13678"/>
                  <a:pt x="14378" y="20457"/>
                </a:cubicBezTo>
                <a:cubicBezTo>
                  <a:pt x="10852" y="27113"/>
                  <a:pt x="7417" y="33800"/>
                  <a:pt x="3982" y="40487"/>
                </a:cubicBezTo>
                <a:cubicBezTo>
                  <a:pt x="700" y="46901"/>
                  <a:pt x="1" y="53618"/>
                  <a:pt x="1976" y="60548"/>
                </a:cubicBezTo>
                <a:cubicBezTo>
                  <a:pt x="4226" y="68451"/>
                  <a:pt x="6505" y="76354"/>
                  <a:pt x="8846" y="84257"/>
                </a:cubicBezTo>
                <a:cubicBezTo>
                  <a:pt x="10882" y="91096"/>
                  <a:pt x="15016" y="96385"/>
                  <a:pt x="21156" y="100032"/>
                </a:cubicBezTo>
                <a:cubicBezTo>
                  <a:pt x="27570" y="103831"/>
                  <a:pt x="34013" y="107540"/>
                  <a:pt x="40457" y="111309"/>
                </a:cubicBezTo>
                <a:cubicBezTo>
                  <a:pt x="44894" y="113895"/>
                  <a:pt x="49513" y="115205"/>
                  <a:pt x="54297" y="115205"/>
                </a:cubicBezTo>
                <a:cubicBezTo>
                  <a:pt x="56822" y="115205"/>
                  <a:pt x="59393" y="114840"/>
                  <a:pt x="62008" y="114105"/>
                </a:cubicBezTo>
                <a:cubicBezTo>
                  <a:pt x="68513" y="112251"/>
                  <a:pt x="75017" y="110336"/>
                  <a:pt x="81522" y="108421"/>
                </a:cubicBezTo>
                <a:cubicBezTo>
                  <a:pt x="89212" y="106202"/>
                  <a:pt x="94896" y="101521"/>
                  <a:pt x="98574" y="94439"/>
                </a:cubicBezTo>
                <a:cubicBezTo>
                  <a:pt x="101978" y="87904"/>
                  <a:pt x="105352" y="81339"/>
                  <a:pt x="108756" y="74804"/>
                </a:cubicBezTo>
                <a:cubicBezTo>
                  <a:pt x="110793" y="70852"/>
                  <a:pt x="111857" y="66658"/>
                  <a:pt x="111887" y="62068"/>
                </a:cubicBezTo>
                <a:cubicBezTo>
                  <a:pt x="111857" y="59788"/>
                  <a:pt x="111614" y="57417"/>
                  <a:pt x="110945" y="55107"/>
                </a:cubicBezTo>
                <a:cubicBezTo>
                  <a:pt x="109212" y="49089"/>
                  <a:pt x="107480" y="43071"/>
                  <a:pt x="105717" y="37083"/>
                </a:cubicBezTo>
                <a:cubicBezTo>
                  <a:pt x="104835" y="34104"/>
                  <a:pt x="104045" y="31065"/>
                  <a:pt x="102921" y="28207"/>
                </a:cubicBezTo>
                <a:cubicBezTo>
                  <a:pt x="100762" y="22736"/>
                  <a:pt x="97054" y="18450"/>
                  <a:pt x="92008" y="15411"/>
                </a:cubicBezTo>
                <a:cubicBezTo>
                  <a:pt x="85413" y="11490"/>
                  <a:pt x="78786" y="7660"/>
                  <a:pt x="72160" y="3830"/>
                </a:cubicBezTo>
                <a:cubicBezTo>
                  <a:pt x="67774" y="1304"/>
                  <a:pt x="63214" y="0"/>
                  <a:pt x="58487"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3" name="Google Shape;301;p33"/>
          <p:cNvSpPr/>
          <p:nvPr/>
        </p:nvSpPr>
        <p:spPr>
          <a:xfrm rot="20080200">
            <a:off x="-1370880" y="-837360"/>
            <a:ext cx="2826360" cy="2688120"/>
          </a:xfrm>
          <a:custGeom>
            <a:avLst/>
            <a:gdLst>
              <a:gd name="textAreaLeft" fmla="*/ 0 w 2826360"/>
              <a:gd name="textAreaRight" fmla="*/ 2826720 w 2826360"/>
              <a:gd name="textAreaTop" fmla="*/ 0 h 2688120"/>
              <a:gd name="textAreaBottom" fmla="*/ 2688480 h 2688120"/>
            </a:gdLst>
            <a:ahLst/>
            <a:cxnLst/>
            <a:rect l="textAreaLeft" t="textAreaTop" r="textAreaRight" b="textAreaBottom"/>
            <a:pathLst>
              <a:path w="113073" h="107542">
                <a:moveTo>
                  <a:pt x="68694" y="456"/>
                </a:moveTo>
                <a:cubicBezTo>
                  <a:pt x="76020" y="456"/>
                  <a:pt x="82342" y="2979"/>
                  <a:pt x="87692" y="7994"/>
                </a:cubicBezTo>
                <a:cubicBezTo>
                  <a:pt x="93224" y="13222"/>
                  <a:pt x="98786" y="18511"/>
                  <a:pt x="104288" y="23800"/>
                </a:cubicBezTo>
                <a:cubicBezTo>
                  <a:pt x="108908" y="28237"/>
                  <a:pt x="111583" y="33648"/>
                  <a:pt x="112403" y="40001"/>
                </a:cubicBezTo>
                <a:cubicBezTo>
                  <a:pt x="112525" y="40973"/>
                  <a:pt x="112616" y="41976"/>
                  <a:pt x="112616" y="42949"/>
                </a:cubicBezTo>
                <a:cubicBezTo>
                  <a:pt x="112616" y="50153"/>
                  <a:pt x="112677" y="57356"/>
                  <a:pt x="112586" y="64560"/>
                </a:cubicBezTo>
                <a:cubicBezTo>
                  <a:pt x="112494" y="71764"/>
                  <a:pt x="109972" y="78086"/>
                  <a:pt x="104835" y="83162"/>
                </a:cubicBezTo>
                <a:cubicBezTo>
                  <a:pt x="98938" y="88998"/>
                  <a:pt x="92889" y="94712"/>
                  <a:pt x="86780" y="100336"/>
                </a:cubicBezTo>
                <a:cubicBezTo>
                  <a:pt x="82646" y="104135"/>
                  <a:pt x="77661" y="106232"/>
                  <a:pt x="72129" y="106871"/>
                </a:cubicBezTo>
                <a:cubicBezTo>
                  <a:pt x="70974" y="107023"/>
                  <a:pt x="69849" y="107053"/>
                  <a:pt x="68694" y="107053"/>
                </a:cubicBezTo>
                <a:cubicBezTo>
                  <a:pt x="64652" y="107083"/>
                  <a:pt x="60579" y="107083"/>
                  <a:pt x="56536" y="107083"/>
                </a:cubicBezTo>
                <a:lnTo>
                  <a:pt x="56536" y="107053"/>
                </a:lnTo>
                <a:cubicBezTo>
                  <a:pt x="53659" y="107053"/>
                  <a:pt x="50768" y="107094"/>
                  <a:pt x="47881" y="107094"/>
                </a:cubicBezTo>
                <a:cubicBezTo>
                  <a:pt x="46438" y="107094"/>
                  <a:pt x="44996" y="107083"/>
                  <a:pt x="43557" y="107053"/>
                </a:cubicBezTo>
                <a:cubicBezTo>
                  <a:pt x="36536" y="106901"/>
                  <a:pt x="30487" y="104348"/>
                  <a:pt x="25411" y="99545"/>
                </a:cubicBezTo>
                <a:cubicBezTo>
                  <a:pt x="19879" y="94317"/>
                  <a:pt x="14347" y="89059"/>
                  <a:pt x="8845" y="83770"/>
                </a:cubicBezTo>
                <a:cubicBezTo>
                  <a:pt x="4164" y="79302"/>
                  <a:pt x="1459" y="73770"/>
                  <a:pt x="669" y="67356"/>
                </a:cubicBezTo>
                <a:cubicBezTo>
                  <a:pt x="547" y="66353"/>
                  <a:pt x="486" y="65320"/>
                  <a:pt x="486" y="64317"/>
                </a:cubicBezTo>
                <a:cubicBezTo>
                  <a:pt x="456" y="57204"/>
                  <a:pt x="395" y="50122"/>
                  <a:pt x="486" y="43010"/>
                </a:cubicBezTo>
                <a:cubicBezTo>
                  <a:pt x="608" y="35472"/>
                  <a:pt x="3404" y="29028"/>
                  <a:pt x="8815" y="23769"/>
                </a:cubicBezTo>
                <a:cubicBezTo>
                  <a:pt x="14408" y="18389"/>
                  <a:pt x="20031" y="13070"/>
                  <a:pt x="25654" y="7751"/>
                </a:cubicBezTo>
                <a:cubicBezTo>
                  <a:pt x="30031" y="3647"/>
                  <a:pt x="35229" y="1307"/>
                  <a:pt x="41186" y="638"/>
                </a:cubicBezTo>
                <a:cubicBezTo>
                  <a:pt x="42189" y="517"/>
                  <a:pt x="43162" y="486"/>
                  <a:pt x="44165" y="486"/>
                </a:cubicBezTo>
                <a:cubicBezTo>
                  <a:pt x="52341" y="456"/>
                  <a:pt x="60518" y="456"/>
                  <a:pt x="68694" y="456"/>
                </a:cubicBezTo>
                <a:close/>
                <a:moveTo>
                  <a:pt x="42493" y="0"/>
                </a:moveTo>
                <a:cubicBezTo>
                  <a:pt x="41794" y="91"/>
                  <a:pt x="41125" y="152"/>
                  <a:pt x="40426" y="274"/>
                </a:cubicBezTo>
                <a:cubicBezTo>
                  <a:pt x="34681" y="1064"/>
                  <a:pt x="29636" y="3404"/>
                  <a:pt x="25411" y="7356"/>
                </a:cubicBezTo>
                <a:cubicBezTo>
                  <a:pt x="20487" y="11976"/>
                  <a:pt x="15623" y="16626"/>
                  <a:pt x="10730" y="21307"/>
                </a:cubicBezTo>
                <a:cubicBezTo>
                  <a:pt x="9331" y="22645"/>
                  <a:pt x="7903" y="23952"/>
                  <a:pt x="6626" y="25441"/>
                </a:cubicBezTo>
                <a:cubicBezTo>
                  <a:pt x="3100" y="29544"/>
                  <a:pt x="1003" y="34317"/>
                  <a:pt x="274" y="39697"/>
                </a:cubicBezTo>
                <a:cubicBezTo>
                  <a:pt x="152" y="40517"/>
                  <a:pt x="91" y="41368"/>
                  <a:pt x="0" y="42219"/>
                </a:cubicBezTo>
                <a:lnTo>
                  <a:pt x="0" y="65290"/>
                </a:lnTo>
                <a:cubicBezTo>
                  <a:pt x="61" y="65989"/>
                  <a:pt x="122" y="66688"/>
                  <a:pt x="213" y="67417"/>
                </a:cubicBezTo>
                <a:cubicBezTo>
                  <a:pt x="1033" y="73952"/>
                  <a:pt x="3769" y="79545"/>
                  <a:pt x="8511" y="84104"/>
                </a:cubicBezTo>
                <a:cubicBezTo>
                  <a:pt x="14043" y="89393"/>
                  <a:pt x="19575" y="94652"/>
                  <a:pt x="25137" y="99910"/>
                </a:cubicBezTo>
                <a:cubicBezTo>
                  <a:pt x="30305" y="104773"/>
                  <a:pt x="36444" y="107418"/>
                  <a:pt x="43557" y="107479"/>
                </a:cubicBezTo>
                <a:cubicBezTo>
                  <a:pt x="46974" y="107527"/>
                  <a:pt x="50390" y="107542"/>
                  <a:pt x="53806" y="107542"/>
                </a:cubicBezTo>
                <a:cubicBezTo>
                  <a:pt x="58931" y="107542"/>
                  <a:pt x="64056" y="107509"/>
                  <a:pt x="69181" y="107509"/>
                </a:cubicBezTo>
                <a:cubicBezTo>
                  <a:pt x="70032" y="107509"/>
                  <a:pt x="70883" y="107479"/>
                  <a:pt x="71734" y="107387"/>
                </a:cubicBezTo>
                <a:cubicBezTo>
                  <a:pt x="77965" y="106719"/>
                  <a:pt x="83406" y="104226"/>
                  <a:pt x="87965" y="99910"/>
                </a:cubicBezTo>
                <a:cubicBezTo>
                  <a:pt x="93467" y="94712"/>
                  <a:pt x="98968" y="89484"/>
                  <a:pt x="104440" y="84226"/>
                </a:cubicBezTo>
                <a:cubicBezTo>
                  <a:pt x="109121" y="79758"/>
                  <a:pt x="111917" y="74317"/>
                  <a:pt x="112798" y="67904"/>
                </a:cubicBezTo>
                <a:cubicBezTo>
                  <a:pt x="112920" y="67204"/>
                  <a:pt x="112981" y="66475"/>
                  <a:pt x="113072" y="65746"/>
                </a:cubicBezTo>
                <a:lnTo>
                  <a:pt x="113072" y="41763"/>
                </a:lnTo>
                <a:cubicBezTo>
                  <a:pt x="113011" y="41156"/>
                  <a:pt x="112950" y="40548"/>
                  <a:pt x="112859" y="39970"/>
                </a:cubicBezTo>
                <a:cubicBezTo>
                  <a:pt x="112008" y="33465"/>
                  <a:pt x="109273" y="27933"/>
                  <a:pt x="104561" y="23405"/>
                </a:cubicBezTo>
                <a:cubicBezTo>
                  <a:pt x="99060" y="18146"/>
                  <a:pt x="93528" y="12888"/>
                  <a:pt x="88026" y="7660"/>
                </a:cubicBezTo>
                <a:cubicBezTo>
                  <a:pt x="83831" y="3708"/>
                  <a:pt x="78907" y="1246"/>
                  <a:pt x="73223" y="334"/>
                </a:cubicBezTo>
                <a:cubicBezTo>
                  <a:pt x="72342" y="213"/>
                  <a:pt x="71460" y="122"/>
                  <a:pt x="70579"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4" name="Google Shape;302;p33"/>
          <p:cNvCxnSpPr/>
          <p:nvPr/>
        </p:nvCxnSpPr>
        <p:spPr>
          <a:xfrm>
            <a:off x="8430480" y="0"/>
            <a:ext cx="360" cy="398880"/>
          </a:xfrm>
          <a:prstGeom prst="straightConnector1">
            <a:avLst/>
          </a:prstGeom>
          <a:ln w="9525">
            <a:solidFill>
              <a:srgbClr val="FFFFFF"/>
            </a:solidFill>
            <a:round/>
            <a:tailEnd type="oval"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pic>
        <p:nvPicPr>
          <p:cNvPr id="15" name="Google Shape;42;p6"/>
          <p:cNvPicPr/>
          <p:nvPr/>
        </p:nvPicPr>
        <p:blipFill>
          <a:blip r:embed="rId2"/>
          <a:srcRect l="8122" t="14331" r="16236" b="10026"/>
          <a:stretch>
            <a:fillRect/>
          </a:stretch>
        </p:blipFill>
        <p:spPr>
          <a:xfrm flipH="1">
            <a:off x="360" y="0"/>
            <a:ext cx="9143640" cy="5143320"/>
          </a:xfrm>
          <a:prstGeom prst="rect">
            <a:avLst/>
          </a:prstGeom>
          <a:noFill/>
          <a:ln w="0">
            <a:noFill/>
          </a:ln>
        </p:spPr>
      </p:pic>
      <p:sp>
        <p:nvSpPr>
          <p:cNvPr id="16" name="PlaceHolder 1"/>
          <p:cNvSpPr>
            <a:spLocks noGrp="1"/>
          </p:cNvSpPr>
          <p:nvPr>
            <p:ph type="title" hasCustomPrompt="1"/>
          </p:nvPr>
        </p:nvSpPr>
        <p:spPr>
          <a:xfrm>
            <a:off x="720000" y="444960"/>
            <a:ext cx="7703640" cy="572400"/>
          </a:xfrm>
          <a:prstGeom prst="rect">
            <a:avLst/>
          </a:prstGeom>
          <a:noFill/>
          <a:ln w="0">
            <a:noFill/>
          </a:ln>
        </p:spPr>
        <p:txBody>
          <a:bodyPr lIns="91440" tIns="91440" rIns="91440" bIns="91440" anchor="t">
            <a:noAutofit/>
          </a:bodyPr>
          <a:p>
            <a:pPr indent="0">
              <a:buNone/>
            </a:pPr>
            <a:r>
              <a:rPr lang="fr-FR" sz="3500" b="0" u="none" strike="noStrike">
                <a:solidFill>
                  <a:schemeClr val="dk1"/>
                </a:solidFill>
                <a:effectLst/>
                <a:uFillTx/>
                <a:latin typeface="Arial" panose="020B0604020202020204"/>
              </a:rPr>
              <a:t>Click to edit the title text format</a:t>
            </a:r>
            <a:endParaRPr lang="fr-FR" sz="3500" b="0" u="none" strike="noStrike">
              <a:solidFill>
                <a:schemeClr val="dk1"/>
              </a:solidFill>
              <a:effectLst/>
              <a:uFillTx/>
              <a:latin typeface="Arial" panose="020B0604020202020204"/>
            </a:endParaRPr>
          </a:p>
        </p:txBody>
      </p:sp>
      <p:sp>
        <p:nvSpPr>
          <p:cNvPr id="17" name="Google Shape;44;p6"/>
          <p:cNvSpPr/>
          <p:nvPr/>
        </p:nvSpPr>
        <p:spPr>
          <a:xfrm rot="2292000">
            <a:off x="5497200" y="4726440"/>
            <a:ext cx="2806200" cy="2880000"/>
          </a:xfrm>
          <a:custGeom>
            <a:avLst/>
            <a:gdLst>
              <a:gd name="textAreaLeft" fmla="*/ 0 w 2806200"/>
              <a:gd name="textAreaRight" fmla="*/ 2806560 w 2806200"/>
              <a:gd name="textAreaTop" fmla="*/ 0 h 2880000"/>
              <a:gd name="textAreaBottom" fmla="*/ 2880360 h 2880000"/>
            </a:gdLst>
            <a:ahLst/>
            <a:cxnLst/>
            <a:rect l="textAreaLeft" t="textAreaTop" r="textAreaRight" b="textAreaBottom"/>
            <a:pathLst>
              <a:path w="112252" h="115206">
                <a:moveTo>
                  <a:pt x="58447" y="487"/>
                </a:moveTo>
                <a:cubicBezTo>
                  <a:pt x="63248" y="487"/>
                  <a:pt x="67886" y="1824"/>
                  <a:pt x="72342" y="4438"/>
                </a:cubicBezTo>
                <a:cubicBezTo>
                  <a:pt x="78634" y="8146"/>
                  <a:pt x="84957" y="11794"/>
                  <a:pt x="91249" y="15472"/>
                </a:cubicBezTo>
                <a:cubicBezTo>
                  <a:pt x="97419" y="19119"/>
                  <a:pt x="101553" y="24408"/>
                  <a:pt x="103559" y="31308"/>
                </a:cubicBezTo>
                <a:cubicBezTo>
                  <a:pt x="105899" y="39302"/>
                  <a:pt x="108270" y="47265"/>
                  <a:pt x="110489" y="55290"/>
                </a:cubicBezTo>
                <a:cubicBezTo>
                  <a:pt x="112252" y="61673"/>
                  <a:pt x="111644" y="67934"/>
                  <a:pt x="108696" y="73861"/>
                </a:cubicBezTo>
                <a:cubicBezTo>
                  <a:pt x="105139" y="80974"/>
                  <a:pt x="101492" y="87995"/>
                  <a:pt x="97753" y="94986"/>
                </a:cubicBezTo>
                <a:cubicBezTo>
                  <a:pt x="94288" y="101461"/>
                  <a:pt x="88878" y="105746"/>
                  <a:pt x="81856" y="107874"/>
                </a:cubicBezTo>
                <a:cubicBezTo>
                  <a:pt x="75078" y="109911"/>
                  <a:pt x="68269" y="111825"/>
                  <a:pt x="61461" y="113801"/>
                </a:cubicBezTo>
                <a:cubicBezTo>
                  <a:pt x="59181" y="114439"/>
                  <a:pt x="56841" y="114713"/>
                  <a:pt x="54470" y="114743"/>
                </a:cubicBezTo>
                <a:lnTo>
                  <a:pt x="54439" y="114743"/>
                </a:lnTo>
                <a:cubicBezTo>
                  <a:pt x="49576" y="114713"/>
                  <a:pt x="45047" y="113467"/>
                  <a:pt x="40852" y="111005"/>
                </a:cubicBezTo>
                <a:cubicBezTo>
                  <a:pt x="34469" y="107297"/>
                  <a:pt x="28056" y="103588"/>
                  <a:pt x="21673" y="99850"/>
                </a:cubicBezTo>
                <a:cubicBezTo>
                  <a:pt x="15472" y="96233"/>
                  <a:pt x="11308" y="90974"/>
                  <a:pt x="9271" y="84105"/>
                </a:cubicBezTo>
                <a:cubicBezTo>
                  <a:pt x="6931" y="76172"/>
                  <a:pt x="4621" y="68238"/>
                  <a:pt x="2372" y="60275"/>
                </a:cubicBezTo>
                <a:cubicBezTo>
                  <a:pt x="457" y="53496"/>
                  <a:pt x="1186" y="46931"/>
                  <a:pt x="4408" y="40670"/>
                </a:cubicBezTo>
                <a:cubicBezTo>
                  <a:pt x="7782" y="34043"/>
                  <a:pt x="11217" y="27448"/>
                  <a:pt x="14651" y="20852"/>
                </a:cubicBezTo>
                <a:cubicBezTo>
                  <a:pt x="18238" y="14013"/>
                  <a:pt x="23740" y="9484"/>
                  <a:pt x="31156" y="7295"/>
                </a:cubicBezTo>
                <a:cubicBezTo>
                  <a:pt x="37631" y="5350"/>
                  <a:pt x="44105" y="3496"/>
                  <a:pt x="50610" y="1642"/>
                </a:cubicBezTo>
                <a:cubicBezTo>
                  <a:pt x="53267" y="869"/>
                  <a:pt x="55881" y="487"/>
                  <a:pt x="58447" y="487"/>
                </a:cubicBezTo>
                <a:close/>
                <a:moveTo>
                  <a:pt x="58487" y="0"/>
                </a:moveTo>
                <a:cubicBezTo>
                  <a:pt x="56106" y="0"/>
                  <a:pt x="53682" y="331"/>
                  <a:pt x="51217" y="1003"/>
                </a:cubicBezTo>
                <a:cubicBezTo>
                  <a:pt x="44378" y="2888"/>
                  <a:pt x="37539" y="4894"/>
                  <a:pt x="30761" y="6961"/>
                </a:cubicBezTo>
                <a:cubicBezTo>
                  <a:pt x="23436" y="9149"/>
                  <a:pt x="17934" y="13678"/>
                  <a:pt x="14378" y="20457"/>
                </a:cubicBezTo>
                <a:cubicBezTo>
                  <a:pt x="10852" y="27113"/>
                  <a:pt x="7417" y="33800"/>
                  <a:pt x="3982" y="40487"/>
                </a:cubicBezTo>
                <a:cubicBezTo>
                  <a:pt x="700" y="46901"/>
                  <a:pt x="1" y="53618"/>
                  <a:pt x="1976" y="60548"/>
                </a:cubicBezTo>
                <a:cubicBezTo>
                  <a:pt x="4226" y="68451"/>
                  <a:pt x="6505" y="76354"/>
                  <a:pt x="8846" y="84257"/>
                </a:cubicBezTo>
                <a:cubicBezTo>
                  <a:pt x="10882" y="91096"/>
                  <a:pt x="15016" y="96385"/>
                  <a:pt x="21156" y="100032"/>
                </a:cubicBezTo>
                <a:cubicBezTo>
                  <a:pt x="27570" y="103831"/>
                  <a:pt x="34013" y="107540"/>
                  <a:pt x="40457" y="111309"/>
                </a:cubicBezTo>
                <a:cubicBezTo>
                  <a:pt x="44894" y="113895"/>
                  <a:pt x="49513" y="115205"/>
                  <a:pt x="54297" y="115205"/>
                </a:cubicBezTo>
                <a:cubicBezTo>
                  <a:pt x="56822" y="115205"/>
                  <a:pt x="59393" y="114840"/>
                  <a:pt x="62008" y="114105"/>
                </a:cubicBezTo>
                <a:cubicBezTo>
                  <a:pt x="68513" y="112251"/>
                  <a:pt x="75017" y="110336"/>
                  <a:pt x="81522" y="108421"/>
                </a:cubicBezTo>
                <a:cubicBezTo>
                  <a:pt x="89212" y="106202"/>
                  <a:pt x="94896" y="101521"/>
                  <a:pt x="98574" y="94439"/>
                </a:cubicBezTo>
                <a:cubicBezTo>
                  <a:pt x="101978" y="87904"/>
                  <a:pt x="105352" y="81339"/>
                  <a:pt x="108756" y="74804"/>
                </a:cubicBezTo>
                <a:cubicBezTo>
                  <a:pt x="110793" y="70852"/>
                  <a:pt x="111857" y="66658"/>
                  <a:pt x="111887" y="62068"/>
                </a:cubicBezTo>
                <a:cubicBezTo>
                  <a:pt x="111857" y="59788"/>
                  <a:pt x="111614" y="57417"/>
                  <a:pt x="110945" y="55107"/>
                </a:cubicBezTo>
                <a:cubicBezTo>
                  <a:pt x="109212" y="49089"/>
                  <a:pt x="107480" y="43071"/>
                  <a:pt x="105717" y="37083"/>
                </a:cubicBezTo>
                <a:cubicBezTo>
                  <a:pt x="104835" y="34104"/>
                  <a:pt x="104045" y="31065"/>
                  <a:pt x="102921" y="28207"/>
                </a:cubicBezTo>
                <a:cubicBezTo>
                  <a:pt x="100762" y="22736"/>
                  <a:pt x="97054" y="18450"/>
                  <a:pt x="92008" y="15411"/>
                </a:cubicBezTo>
                <a:cubicBezTo>
                  <a:pt x="85413" y="11490"/>
                  <a:pt x="78786" y="7660"/>
                  <a:pt x="72160" y="3830"/>
                </a:cubicBezTo>
                <a:cubicBezTo>
                  <a:pt x="67774" y="1304"/>
                  <a:pt x="63214" y="0"/>
                  <a:pt x="58487"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 name="Google Shape;45;p6"/>
          <p:cNvSpPr/>
          <p:nvPr/>
        </p:nvSpPr>
        <p:spPr>
          <a:xfrm rot="8533800">
            <a:off x="-1783080" y="-1856160"/>
            <a:ext cx="2826720" cy="2688480"/>
          </a:xfrm>
          <a:custGeom>
            <a:avLst/>
            <a:gdLst>
              <a:gd name="textAreaLeft" fmla="*/ 0 w 2826720"/>
              <a:gd name="textAreaRight" fmla="*/ 2827080 w 2826720"/>
              <a:gd name="textAreaTop" fmla="*/ 0 h 2688480"/>
              <a:gd name="textAreaBottom" fmla="*/ 2688840 h 2688480"/>
            </a:gdLst>
            <a:ahLst/>
            <a:cxnLst/>
            <a:rect l="textAreaLeft" t="textAreaTop" r="textAreaRight" b="textAreaBottom"/>
            <a:pathLst>
              <a:path w="113073" h="107542">
                <a:moveTo>
                  <a:pt x="68694" y="456"/>
                </a:moveTo>
                <a:cubicBezTo>
                  <a:pt x="76020" y="456"/>
                  <a:pt x="82342" y="2979"/>
                  <a:pt x="87692" y="7994"/>
                </a:cubicBezTo>
                <a:cubicBezTo>
                  <a:pt x="93224" y="13222"/>
                  <a:pt x="98786" y="18511"/>
                  <a:pt x="104288" y="23800"/>
                </a:cubicBezTo>
                <a:cubicBezTo>
                  <a:pt x="108908" y="28237"/>
                  <a:pt x="111583" y="33648"/>
                  <a:pt x="112403" y="40001"/>
                </a:cubicBezTo>
                <a:cubicBezTo>
                  <a:pt x="112525" y="40973"/>
                  <a:pt x="112616" y="41976"/>
                  <a:pt x="112616" y="42949"/>
                </a:cubicBezTo>
                <a:cubicBezTo>
                  <a:pt x="112616" y="50153"/>
                  <a:pt x="112677" y="57356"/>
                  <a:pt x="112586" y="64560"/>
                </a:cubicBezTo>
                <a:cubicBezTo>
                  <a:pt x="112494" y="71764"/>
                  <a:pt x="109972" y="78086"/>
                  <a:pt x="104835" y="83162"/>
                </a:cubicBezTo>
                <a:cubicBezTo>
                  <a:pt x="98938" y="88998"/>
                  <a:pt x="92889" y="94712"/>
                  <a:pt x="86780" y="100336"/>
                </a:cubicBezTo>
                <a:cubicBezTo>
                  <a:pt x="82646" y="104135"/>
                  <a:pt x="77661" y="106232"/>
                  <a:pt x="72129" y="106871"/>
                </a:cubicBezTo>
                <a:cubicBezTo>
                  <a:pt x="70974" y="107023"/>
                  <a:pt x="69849" y="107053"/>
                  <a:pt x="68694" y="107053"/>
                </a:cubicBezTo>
                <a:cubicBezTo>
                  <a:pt x="64652" y="107083"/>
                  <a:pt x="60579" y="107083"/>
                  <a:pt x="56536" y="107083"/>
                </a:cubicBezTo>
                <a:lnTo>
                  <a:pt x="56536" y="107053"/>
                </a:lnTo>
                <a:cubicBezTo>
                  <a:pt x="53659" y="107053"/>
                  <a:pt x="50768" y="107094"/>
                  <a:pt x="47881" y="107094"/>
                </a:cubicBezTo>
                <a:cubicBezTo>
                  <a:pt x="46438" y="107094"/>
                  <a:pt x="44996" y="107083"/>
                  <a:pt x="43557" y="107053"/>
                </a:cubicBezTo>
                <a:cubicBezTo>
                  <a:pt x="36536" y="106901"/>
                  <a:pt x="30487" y="104348"/>
                  <a:pt x="25411" y="99545"/>
                </a:cubicBezTo>
                <a:cubicBezTo>
                  <a:pt x="19879" y="94317"/>
                  <a:pt x="14347" y="89059"/>
                  <a:pt x="8845" y="83770"/>
                </a:cubicBezTo>
                <a:cubicBezTo>
                  <a:pt x="4164" y="79302"/>
                  <a:pt x="1459" y="73770"/>
                  <a:pt x="669" y="67356"/>
                </a:cubicBezTo>
                <a:cubicBezTo>
                  <a:pt x="547" y="66353"/>
                  <a:pt x="486" y="65320"/>
                  <a:pt x="486" y="64317"/>
                </a:cubicBezTo>
                <a:cubicBezTo>
                  <a:pt x="456" y="57204"/>
                  <a:pt x="395" y="50122"/>
                  <a:pt x="486" y="43010"/>
                </a:cubicBezTo>
                <a:cubicBezTo>
                  <a:pt x="608" y="35472"/>
                  <a:pt x="3404" y="29028"/>
                  <a:pt x="8815" y="23769"/>
                </a:cubicBezTo>
                <a:cubicBezTo>
                  <a:pt x="14408" y="18389"/>
                  <a:pt x="20031" y="13070"/>
                  <a:pt x="25654" y="7751"/>
                </a:cubicBezTo>
                <a:cubicBezTo>
                  <a:pt x="30031" y="3647"/>
                  <a:pt x="35229" y="1307"/>
                  <a:pt x="41186" y="638"/>
                </a:cubicBezTo>
                <a:cubicBezTo>
                  <a:pt x="42189" y="517"/>
                  <a:pt x="43162" y="486"/>
                  <a:pt x="44165" y="486"/>
                </a:cubicBezTo>
                <a:cubicBezTo>
                  <a:pt x="52341" y="456"/>
                  <a:pt x="60518" y="456"/>
                  <a:pt x="68694" y="456"/>
                </a:cubicBezTo>
                <a:close/>
                <a:moveTo>
                  <a:pt x="42493" y="0"/>
                </a:moveTo>
                <a:cubicBezTo>
                  <a:pt x="41794" y="91"/>
                  <a:pt x="41125" y="152"/>
                  <a:pt x="40426" y="274"/>
                </a:cubicBezTo>
                <a:cubicBezTo>
                  <a:pt x="34681" y="1064"/>
                  <a:pt x="29636" y="3404"/>
                  <a:pt x="25411" y="7356"/>
                </a:cubicBezTo>
                <a:cubicBezTo>
                  <a:pt x="20487" y="11976"/>
                  <a:pt x="15623" y="16626"/>
                  <a:pt x="10730" y="21307"/>
                </a:cubicBezTo>
                <a:cubicBezTo>
                  <a:pt x="9331" y="22645"/>
                  <a:pt x="7903" y="23952"/>
                  <a:pt x="6626" y="25441"/>
                </a:cubicBezTo>
                <a:cubicBezTo>
                  <a:pt x="3100" y="29544"/>
                  <a:pt x="1003" y="34317"/>
                  <a:pt x="274" y="39697"/>
                </a:cubicBezTo>
                <a:cubicBezTo>
                  <a:pt x="152" y="40517"/>
                  <a:pt x="91" y="41368"/>
                  <a:pt x="0" y="42219"/>
                </a:cubicBezTo>
                <a:lnTo>
                  <a:pt x="0" y="65290"/>
                </a:lnTo>
                <a:cubicBezTo>
                  <a:pt x="61" y="65989"/>
                  <a:pt x="122" y="66688"/>
                  <a:pt x="213" y="67417"/>
                </a:cubicBezTo>
                <a:cubicBezTo>
                  <a:pt x="1033" y="73952"/>
                  <a:pt x="3769" y="79545"/>
                  <a:pt x="8511" y="84104"/>
                </a:cubicBezTo>
                <a:cubicBezTo>
                  <a:pt x="14043" y="89393"/>
                  <a:pt x="19575" y="94652"/>
                  <a:pt x="25137" y="99910"/>
                </a:cubicBezTo>
                <a:cubicBezTo>
                  <a:pt x="30305" y="104773"/>
                  <a:pt x="36444" y="107418"/>
                  <a:pt x="43557" y="107479"/>
                </a:cubicBezTo>
                <a:cubicBezTo>
                  <a:pt x="46974" y="107527"/>
                  <a:pt x="50390" y="107542"/>
                  <a:pt x="53806" y="107542"/>
                </a:cubicBezTo>
                <a:cubicBezTo>
                  <a:pt x="58931" y="107542"/>
                  <a:pt x="64056" y="107509"/>
                  <a:pt x="69181" y="107509"/>
                </a:cubicBezTo>
                <a:cubicBezTo>
                  <a:pt x="70032" y="107509"/>
                  <a:pt x="70883" y="107479"/>
                  <a:pt x="71734" y="107387"/>
                </a:cubicBezTo>
                <a:cubicBezTo>
                  <a:pt x="77965" y="106719"/>
                  <a:pt x="83406" y="104226"/>
                  <a:pt x="87965" y="99910"/>
                </a:cubicBezTo>
                <a:cubicBezTo>
                  <a:pt x="93467" y="94712"/>
                  <a:pt x="98968" y="89484"/>
                  <a:pt x="104440" y="84226"/>
                </a:cubicBezTo>
                <a:cubicBezTo>
                  <a:pt x="109121" y="79758"/>
                  <a:pt x="111917" y="74317"/>
                  <a:pt x="112798" y="67904"/>
                </a:cubicBezTo>
                <a:cubicBezTo>
                  <a:pt x="112920" y="67204"/>
                  <a:pt x="112981" y="66475"/>
                  <a:pt x="113072" y="65746"/>
                </a:cubicBezTo>
                <a:lnTo>
                  <a:pt x="113072" y="41763"/>
                </a:lnTo>
                <a:cubicBezTo>
                  <a:pt x="113011" y="41156"/>
                  <a:pt x="112950" y="40548"/>
                  <a:pt x="112859" y="39970"/>
                </a:cubicBezTo>
                <a:cubicBezTo>
                  <a:pt x="112008" y="33465"/>
                  <a:pt x="109273" y="27933"/>
                  <a:pt x="104561" y="23405"/>
                </a:cubicBezTo>
                <a:cubicBezTo>
                  <a:pt x="99060" y="18146"/>
                  <a:pt x="93528" y="12888"/>
                  <a:pt x="88026" y="7660"/>
                </a:cubicBezTo>
                <a:cubicBezTo>
                  <a:pt x="83831" y="3708"/>
                  <a:pt x="78907" y="1246"/>
                  <a:pt x="73223" y="334"/>
                </a:cubicBezTo>
                <a:cubicBezTo>
                  <a:pt x="72342" y="213"/>
                  <a:pt x="71460" y="122"/>
                  <a:pt x="70579" y="0"/>
                </a:cubicBezTo>
                <a:close/>
              </a:path>
            </a:pathLst>
          </a:custGeom>
          <a:solidFill>
            <a:schemeClr val="dk1"/>
          </a:solidFill>
          <a:ln w="9525">
            <a:solidFill>
              <a:srgbClr val="FFFFFF"/>
            </a:solidFill>
            <a:round/>
          </a:ln>
        </p:spPr>
        <p:style>
          <a:lnRef idx="0">
            <a:srgbClr val="FFFFFF"/>
          </a:lnRef>
          <a:fillRef idx="0">
            <a:srgbClr val="FFFFFF"/>
          </a:fillRef>
          <a:effectRef idx="0">
            <a:srgbClr val="FFFFFF"/>
          </a:effectRef>
          <a:fontRef idx="minor"/>
        </p:style>
        <p:txBody>
          <a:bodyPr tIns="91440" bIns="91440" anchor="ctr">
            <a:noAutofit/>
          </a:bodyPr>
          <a:p>
            <a:pPr defTabSz="914400">
              <a:lnSpc>
                <a:spcPct val="100000"/>
              </a:lnSpc>
              <a:tabLst>
                <a:tab pos="0" algn="l"/>
              </a:tabLst>
            </a:pPr>
            <a:endParaRPr lang="en-US" sz="1800" b="0" u="none" strike="noStrike">
              <a:solidFill>
                <a:srgbClr val="000000"/>
              </a:solidFill>
              <a:effectLst/>
              <a:uFillTx/>
              <a:latin typeface="OpenSymbol"/>
            </a:endParaRPr>
          </a:p>
        </p:txBody>
      </p:sp>
      <p:cxnSp>
        <p:nvCxnSpPr>
          <p:cNvPr id="19" name="Google Shape;46;p6"/>
          <p:cNvCxnSpPr/>
          <p:nvPr/>
        </p:nvCxnSpPr>
        <p:spPr>
          <a:xfrm>
            <a:off x="8430480" y="0"/>
            <a:ext cx="360" cy="398880"/>
          </a:xfrm>
          <a:prstGeom prst="straightConnector1">
            <a:avLst/>
          </a:prstGeom>
          <a:ln w="9525">
            <a:solidFill>
              <a:srgbClr val="FFFFFF"/>
            </a:solidFill>
            <a:round/>
            <a:tailEnd type="oval" w="med" len="med"/>
          </a:ln>
        </p:spPr>
      </p:cxnSp>
      <p:sp>
        <p:nvSpPr>
          <p:cNvPr id="20" name="PlaceHolder 2"/>
          <p:cNvSpPr>
            <a:spLocks noGrp="1"/>
          </p:cNvSpPr>
          <p:nvPr>
            <p:ph type="body" hasCustomPrompt="1"/>
          </p:nvPr>
        </p:nvSpPr>
        <p:spPr>
          <a:xfrm>
            <a:off x="457200" y="1203480"/>
            <a:ext cx="8229240" cy="298296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fr-FR" sz="1400" b="0" u="none" strike="noStrike">
                <a:solidFill>
                  <a:srgbClr val="000000"/>
                </a:solidFill>
                <a:effectLst/>
                <a:uFillTx/>
                <a:latin typeface="Arial" panose="020B0604020202020204"/>
              </a:rPr>
              <a:t>Click to edit the outline text format</a:t>
            </a:r>
            <a:endParaRPr lang="fr-FR" sz="1400" b="0" u="none" strike="noStrike">
              <a:solidFill>
                <a:srgbClr val="000000"/>
              </a:solidFill>
              <a:effectLst/>
              <a:uFillTx/>
              <a:latin typeface="Arial" panose="020B0604020202020204"/>
            </a:endParaRPr>
          </a:p>
          <a:p>
            <a:pPr marL="864235" lvl="1" indent="-323850">
              <a:spcBef>
                <a:spcPts val="1135"/>
              </a:spcBef>
              <a:buClr>
                <a:srgbClr val="FFFFFF"/>
              </a:buClr>
              <a:buSzPct val="75000"/>
              <a:buFont typeface="Symbol" panose="05050102010706020507" charset="2"/>
              <a:buChar char=""/>
            </a:pPr>
            <a:r>
              <a:rPr lang="fr-FR" sz="1400" b="0" u="none" strike="noStrike">
                <a:solidFill>
                  <a:srgbClr val="000000"/>
                </a:solidFill>
                <a:effectLst/>
                <a:uFillTx/>
                <a:latin typeface="Arial" panose="020B0604020202020204"/>
              </a:rPr>
              <a:t>Second Outline Level</a:t>
            </a:r>
            <a:endParaRPr lang="fr-FR" sz="1400" b="0" u="none" strike="noStrike">
              <a:solidFill>
                <a:srgbClr val="000000"/>
              </a:solidFill>
              <a:effectLst/>
              <a:uFillTx/>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fr-FR" sz="1400" b="0" u="none" strike="noStrike">
                <a:solidFill>
                  <a:srgbClr val="000000"/>
                </a:solidFill>
                <a:effectLst/>
                <a:uFillTx/>
                <a:latin typeface="Arial" panose="020B0604020202020204"/>
              </a:rPr>
              <a:t>Third Outline Level</a:t>
            </a:r>
            <a:endParaRPr lang="fr-FR" sz="1400" b="0" u="none" strike="noStrike">
              <a:solidFill>
                <a:srgbClr val="000000"/>
              </a:solidFill>
              <a:effectLst/>
              <a:uFillTx/>
              <a:latin typeface="Arial" panose="020B0604020202020204"/>
            </a:endParaRPr>
          </a:p>
          <a:p>
            <a:pPr marL="1727835" lvl="3" indent="-215900">
              <a:spcBef>
                <a:spcPts val="565"/>
              </a:spcBef>
              <a:buClr>
                <a:srgbClr val="FFFFFF"/>
              </a:buClr>
              <a:buSzPct val="75000"/>
              <a:buFont typeface="Symbol" panose="05050102010706020507" charset="2"/>
              <a:buChar char=""/>
            </a:pPr>
            <a:r>
              <a:rPr lang="fr-FR" sz="1400" b="0" u="none" strike="noStrike">
                <a:solidFill>
                  <a:srgbClr val="000000"/>
                </a:solidFill>
                <a:effectLst/>
                <a:uFillTx/>
                <a:latin typeface="Arial" panose="020B0604020202020204"/>
              </a:rPr>
              <a:t>Fourth Outline Level</a:t>
            </a:r>
            <a:endParaRPr lang="fr-FR" sz="1400" b="0" u="none" strike="noStrike">
              <a:solidFill>
                <a:srgbClr val="000000"/>
              </a:solidFill>
              <a:effectLst/>
              <a:uFillTx/>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Fifth Outline Level</a:t>
            </a:r>
            <a:endParaRPr lang="fr-FR" sz="2000" b="0" u="none" strike="noStrike">
              <a:solidFill>
                <a:srgbClr val="000000"/>
              </a:solidFill>
              <a:effectLst/>
              <a:uFillTx/>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Sixth Outline Level</a:t>
            </a:r>
            <a:endParaRPr lang="fr-FR" sz="2000" b="0" u="none" strike="noStrike">
              <a:solidFill>
                <a:srgbClr val="000000"/>
              </a:solidFill>
              <a:effectLst/>
              <a:uFillTx/>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fr-FR" sz="2000" b="0" u="none" strike="noStrike">
                <a:solidFill>
                  <a:srgbClr val="000000"/>
                </a:solidFill>
                <a:effectLst/>
                <a:uFillTx/>
                <a:latin typeface="Arial" panose="020B0604020202020204"/>
              </a:rPr>
              <a:t>Seventh Outline Level</a:t>
            </a:r>
            <a:endParaRPr lang="fr-FR" sz="2000" b="0" u="none" strike="noStrike">
              <a:solidFill>
                <a:srgbClr val="000000"/>
              </a:solidFill>
              <a:effectLst/>
              <a:uFillTx/>
              <a:latin typeface="Arial" panose="020B0604020202020204"/>
            </a:endParaRPr>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1" name="Google Shape;325;p39"/>
          <p:cNvCxnSpPr/>
          <p:nvPr/>
        </p:nvCxnSpPr>
        <p:spPr>
          <a:xfrm>
            <a:off x="2086920" y="3395520"/>
            <a:ext cx="4970160" cy="360"/>
          </a:xfrm>
          <a:prstGeom prst="straightConnector1">
            <a:avLst/>
          </a:prstGeom>
          <a:ln w="9525">
            <a:solidFill>
              <a:srgbClr val="FFFFFF"/>
            </a:solidFill>
            <a:round/>
            <a:headEnd type="oval" w="med" len="med"/>
            <a:tailEnd type="oval" w="med" len="med"/>
          </a:ln>
        </p:spPr>
      </p:cxnSp>
      <p:sp>
        <p:nvSpPr>
          <p:cNvPr id="22" name="Rectangle 21"/>
          <p:cNvSpPr/>
          <p:nvPr/>
        </p:nvSpPr>
        <p:spPr>
          <a:xfrm>
            <a:off x="971550" y="1275715"/>
            <a:ext cx="6962140" cy="1143000"/>
          </a:xfrm>
          <a:prstGeom prst="rect">
            <a:avLst/>
          </a:prstGeom>
          <a:noFill/>
          <a:ln w="0">
            <a:noFill/>
          </a:ln>
        </p:spPr>
        <p:style>
          <a:lnRef idx="0">
            <a:srgbClr val="FFFFFF"/>
          </a:lnRef>
          <a:fillRef idx="0">
            <a:srgbClr val="FFFFFF"/>
          </a:fillRef>
          <a:effectRef idx="0">
            <a:srgbClr val="FFFFFF"/>
          </a:effectRef>
          <a:fontRef idx="minor"/>
        </p:style>
        <p:txBody>
          <a:bodyPr anchor="b">
            <a:normAutofit/>
          </a:bodyPr>
          <a:p>
            <a:pPr algn="ctr" defTabSz="914400">
              <a:lnSpc>
                <a:spcPct val="100000"/>
              </a:lnSpc>
              <a:tabLst>
                <a:tab pos="0" algn="l"/>
              </a:tabLst>
            </a:pPr>
            <a:r>
              <a:rPr lang="en-US" sz="4500" b="1" u="none" strike="noStrike">
                <a:solidFill>
                  <a:srgbClr val="FFFFFF"/>
                </a:solidFill>
                <a:effectLst/>
                <a:uFillTx/>
                <a:latin typeface="Archivo"/>
              </a:rPr>
              <a:t>EduTrackAI</a:t>
            </a:r>
            <a:endParaRPr lang="en-US" sz="4500" b="0" u="none" strike="noStrike">
              <a:solidFill>
                <a:srgbClr val="FFFFFF"/>
              </a:solidFill>
              <a:effectLst/>
              <a:uFillTx/>
              <a:latin typeface="OpenSymbol"/>
            </a:endParaRPr>
          </a:p>
        </p:txBody>
      </p:sp>
      <p:sp>
        <p:nvSpPr>
          <p:cNvPr id="23" name="Rectangle 22"/>
          <p:cNvSpPr/>
          <p:nvPr/>
        </p:nvSpPr>
        <p:spPr>
          <a:xfrm>
            <a:off x="2305080" y="3610080"/>
            <a:ext cx="4524120" cy="76176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algn="ctr" defTabSz="914400">
              <a:lnSpc>
                <a:spcPct val="150000"/>
              </a:lnSpc>
              <a:tabLst>
                <a:tab pos="0" algn="l"/>
              </a:tabLst>
            </a:pPr>
            <a:r>
              <a:rPr lang="en-US" sz="1600" b="0" u="none" strike="noStrike">
                <a:solidFill>
                  <a:srgbClr val="FFFFFF"/>
                </a:solidFill>
                <a:effectLst/>
                <a:uFillTx/>
                <a:latin typeface="DM Sans"/>
              </a:rPr>
              <a:t>AI-Powered Personalized Learning &amp; Progress Tracking</a:t>
            </a:r>
            <a:endParaRPr lang="en-US" sz="1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AI for Growth</a:t>
            </a:r>
            <a:endParaRPr lang="en-US" sz="2400" b="0" u="none" strike="noStrike">
              <a:solidFill>
                <a:srgbClr val="FFFFFF"/>
              </a:solidFill>
              <a:effectLst/>
              <a:uFillTx/>
              <a:latin typeface="OpenSymbol"/>
            </a:endParaRPr>
          </a:p>
        </p:txBody>
      </p:sp>
      <p:sp>
        <p:nvSpPr>
          <p:cNvPr id="25" name="Rectangle 24"/>
          <p:cNvSpPr/>
          <p:nvPr/>
        </p:nvSpPr>
        <p:spPr>
          <a:xfrm>
            <a:off x="476280" y="1238400"/>
            <a:ext cx="8191080" cy="167616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50000"/>
              </a:lnSpc>
              <a:tabLst>
                <a:tab pos="0" algn="l"/>
              </a:tabLst>
            </a:pPr>
            <a:r>
              <a:rPr lang="en-US" sz="1600" b="0" u="none" strike="noStrike">
                <a:solidFill>
                  <a:srgbClr val="FFFFFF"/>
                </a:solidFill>
                <a:effectLst/>
                <a:uFillTx/>
                <a:latin typeface="DM Sans"/>
              </a:rPr>
              <a:t>A single integrated platform personalizes learning, tracks progress in real time, and aligns study with placement readiness. By turning passive coursework into adaptive goals and concrete milestones, students see measurable growth while faculty gain clear, actionable insights. In a hackathon, this reduces onboarding and implementation friction—delivering value with minimal overhead.</a:t>
            </a:r>
            <a:endParaRPr lang="en-US" sz="1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Misalignment demands change</a:t>
            </a:r>
            <a:endParaRPr lang="en-US" sz="2400" b="0" u="none" strike="noStrike">
              <a:solidFill>
                <a:srgbClr val="FFFFFF"/>
              </a:solidFill>
              <a:effectLst/>
              <a:uFillTx/>
              <a:latin typeface="OpenSymbol"/>
            </a:endParaRPr>
          </a:p>
        </p:txBody>
      </p:sp>
      <p:sp>
        <p:nvSpPr>
          <p:cNvPr id="27" name="Rectangle 26"/>
          <p:cNvSpPr/>
          <p:nvPr/>
        </p:nvSpPr>
        <p:spPr>
          <a:xfrm>
            <a:off x="476280" y="1333440"/>
            <a:ext cx="3904920" cy="10663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Learning is treated as identical for all students, ignoring pace and gaps. Concept understanding is unclear, with few reliable checkpoints. Progress tracking is inconsistent, and remediation isn’t tied to outcomes.</a:t>
            </a:r>
            <a:endParaRPr lang="en-US" sz="1200" b="0" u="none" strike="noStrike">
              <a:solidFill>
                <a:srgbClr val="FFFFFF"/>
              </a:solidFill>
              <a:effectLst/>
              <a:uFillTx/>
              <a:latin typeface="OpenSymbol"/>
            </a:endParaRPr>
          </a:p>
        </p:txBody>
      </p:sp>
      <p:sp>
        <p:nvSpPr>
          <p:cNvPr id="28" name="Rectangle 27"/>
          <p:cNvSpPr/>
          <p:nvPr/>
        </p:nvSpPr>
        <p:spPr>
          <a:xfrm>
            <a:off x="4762440" y="1333440"/>
            <a:ext cx="3904920" cy="10663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Disengagement and frustration rise when students don’t see progress. Remediation opportunities are missed because signals never reach teachers. Placement rates suffer as educators lack visibility into readiness.</a:t>
            </a:r>
            <a:endParaRPr lang="en-US" sz="1200" b="0" u="none" strike="noStrike">
              <a:solidFill>
                <a:srgbClr val="FFFFFF"/>
              </a:solidFill>
              <a:effectLst/>
              <a:uFillTx/>
              <a:latin typeface="OpenSymbol"/>
            </a:endParaRPr>
          </a:p>
        </p:txBody>
      </p:sp>
      <p:sp>
        <p:nvSpPr>
          <p:cNvPr id="29" name="Rectangle 28"/>
          <p:cNvSpPr/>
          <p:nvPr/>
        </p:nvSpPr>
        <p:spPr>
          <a:xfrm>
            <a:off x="476280" y="4381560"/>
            <a:ext cx="8191080" cy="3330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One-size practices, unclear understanding, and weak tracking drive disengagement and poorer placement outcomes.</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Unified Learning Platform</a:t>
            </a:r>
            <a:endParaRPr lang="en-US" sz="2400" b="0" u="none" strike="noStrike">
              <a:solidFill>
                <a:srgbClr val="FFFFFF"/>
              </a:solidFill>
              <a:effectLst/>
              <a:uFillTx/>
              <a:latin typeface="OpenSymbol"/>
            </a:endParaRPr>
          </a:p>
        </p:txBody>
      </p:sp>
      <p:sp>
        <p:nvSpPr>
          <p:cNvPr id="31" name="Rectangle 30"/>
          <p:cNvSpPr/>
          <p:nvPr/>
        </p:nvSpPr>
        <p:spPr>
          <a:xfrm>
            <a:off x="476280" y="1238400"/>
            <a:ext cx="8191080" cy="167616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50000"/>
              </a:lnSpc>
              <a:tabLst>
                <a:tab pos="0" algn="l"/>
              </a:tabLst>
            </a:pPr>
            <a:r>
              <a:rPr lang="en-US" sz="1600" b="0" u="none" strike="noStrike">
                <a:solidFill>
                  <a:srgbClr val="FFFFFF"/>
                </a:solidFill>
                <a:effectLst/>
                <a:uFillTx/>
                <a:latin typeface="DM Sans"/>
              </a:rPr>
              <a:t>EduTrackAI unifies personalized learning, AI tutoring, assessments, and teacher analytics in a single, accessible dashboard for students and teachers. Core pillars—adaptive learning paths, an explainable AI tutor, smart quizzes, persistent progress tracking, and placement-focused practice—collaborate to drive outcomes. The result is a cohesive, data-driven platform that accelerates learning and‌)l</a:t>
            </a:r>
            <a:endParaRPr lang="en-US" sz="1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31"/>
          <p:cNvSpPr/>
          <p:nvPr/>
        </p:nvSpPr>
        <p:spPr>
          <a:xfrm>
            <a:off x="2000160" y="2104920"/>
            <a:ext cx="114120" cy="900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6720" rIns="90000" bIns="-367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3" name="Rounded Rectangle 32"/>
          <p:cNvSpPr/>
          <p:nvPr/>
        </p:nvSpPr>
        <p:spPr>
          <a:xfrm>
            <a:off x="3638520" y="2104920"/>
            <a:ext cx="114120" cy="900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6720" rIns="90000" bIns="-367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4" name="Rounded Rectangle 33"/>
          <p:cNvSpPr/>
          <p:nvPr/>
        </p:nvSpPr>
        <p:spPr>
          <a:xfrm>
            <a:off x="5276880" y="2104920"/>
            <a:ext cx="114120" cy="900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6720" rIns="90000" bIns="-367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5" name="Rounded Rectangle 34"/>
          <p:cNvSpPr/>
          <p:nvPr/>
        </p:nvSpPr>
        <p:spPr>
          <a:xfrm>
            <a:off x="6915240" y="2104920"/>
            <a:ext cx="114120" cy="900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6720" rIns="90000" bIns="-367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6" name="Rounded Rectangle 35"/>
          <p:cNvSpPr/>
          <p:nvPr/>
        </p:nvSpPr>
        <p:spPr>
          <a:xfrm>
            <a:off x="476280" y="2000160"/>
            <a:ext cx="1523520" cy="2091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7" name="Rounded Rectangle 36"/>
          <p:cNvSpPr/>
          <p:nvPr/>
        </p:nvSpPr>
        <p:spPr>
          <a:xfrm>
            <a:off x="1238400" y="2209680"/>
            <a:ext cx="9000" cy="3236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8" name="Rounded Rectangle 37"/>
          <p:cNvSpPr/>
          <p:nvPr/>
        </p:nvSpPr>
        <p:spPr>
          <a:xfrm>
            <a:off x="2114640" y="2000160"/>
            <a:ext cx="1523520" cy="2091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39" name="Rounded Rectangle 38"/>
          <p:cNvSpPr/>
          <p:nvPr/>
        </p:nvSpPr>
        <p:spPr>
          <a:xfrm>
            <a:off x="2876400" y="2209680"/>
            <a:ext cx="9000" cy="3236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0" name="Rounded Rectangle 39"/>
          <p:cNvSpPr/>
          <p:nvPr/>
        </p:nvSpPr>
        <p:spPr>
          <a:xfrm>
            <a:off x="3753000" y="2000160"/>
            <a:ext cx="1523520" cy="2091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1" name="Rounded Rectangle 40"/>
          <p:cNvSpPr/>
          <p:nvPr/>
        </p:nvSpPr>
        <p:spPr>
          <a:xfrm>
            <a:off x="4514760" y="2209680"/>
            <a:ext cx="9000" cy="3236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2" name="Rounded Rectangle 41"/>
          <p:cNvSpPr/>
          <p:nvPr/>
        </p:nvSpPr>
        <p:spPr>
          <a:xfrm>
            <a:off x="5391000" y="2000160"/>
            <a:ext cx="1523520" cy="2091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3" name="Rounded Rectangle 42"/>
          <p:cNvSpPr/>
          <p:nvPr/>
        </p:nvSpPr>
        <p:spPr>
          <a:xfrm>
            <a:off x="6153120" y="2209680"/>
            <a:ext cx="9000" cy="3236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4" name="Rounded Rectangle 43"/>
          <p:cNvSpPr/>
          <p:nvPr/>
        </p:nvSpPr>
        <p:spPr>
          <a:xfrm>
            <a:off x="7029360" y="2000160"/>
            <a:ext cx="1523520" cy="2091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5" name="Rounded Rectangle 44"/>
          <p:cNvSpPr/>
          <p:nvPr/>
        </p:nvSpPr>
        <p:spPr>
          <a:xfrm>
            <a:off x="7791480" y="2209680"/>
            <a:ext cx="9000" cy="3236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46" name="Rectangle 45"/>
          <p:cNvSpPr/>
          <p:nvPr/>
        </p:nvSpPr>
        <p:spPr>
          <a:xfrm>
            <a:off x="476280" y="380880"/>
            <a:ext cx="8191080" cy="39960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9999"/>
          </a:bodyPr>
          <a:p>
            <a:pPr defTabSz="914400">
              <a:lnSpc>
                <a:spcPct val="100000"/>
              </a:lnSpc>
              <a:tabLst>
                <a:tab pos="0" algn="l"/>
              </a:tabLst>
            </a:pPr>
            <a:r>
              <a:rPr lang="en-US" sz="2600" b="1" u="none" strike="noStrike">
                <a:solidFill>
                  <a:srgbClr val="FFFFFF"/>
                </a:solidFill>
                <a:effectLst/>
                <a:uFillTx/>
                <a:latin typeface="Archivo"/>
              </a:rPr>
              <a:t>User Workflow</a:t>
            </a:r>
            <a:endParaRPr lang="en-US" sz="2600" b="0" u="none" strike="noStrike">
              <a:solidFill>
                <a:srgbClr val="FFFFFF"/>
              </a:solidFill>
              <a:effectLst/>
              <a:uFillTx/>
              <a:latin typeface="OpenSymbol"/>
            </a:endParaRPr>
          </a:p>
        </p:txBody>
      </p:sp>
      <p:sp>
        <p:nvSpPr>
          <p:cNvPr id="47" name="Rectangle 46"/>
          <p:cNvSpPr/>
          <p:nvPr/>
        </p:nvSpPr>
        <p:spPr>
          <a:xfrm>
            <a:off x="476280" y="1219320"/>
            <a:ext cx="1523520" cy="2091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62500" lnSpcReduction="19999"/>
          </a:bodyPr>
          <a:p>
            <a:pPr algn="ctr" defTabSz="914400">
              <a:lnSpc>
                <a:spcPct val="100000"/>
              </a:lnSpc>
              <a:tabLst>
                <a:tab pos="0" algn="l"/>
              </a:tabLst>
            </a:pPr>
            <a:r>
              <a:rPr lang="en-US" sz="1400" b="0" u="none" strike="noStrike">
                <a:solidFill>
                  <a:srgbClr val="FFFFFF"/>
                </a:solidFill>
                <a:effectLst/>
                <a:uFillTx/>
                <a:latin typeface="Archivo"/>
              </a:rPr>
              <a:t>Login</a:t>
            </a:r>
            <a:endParaRPr lang="en-US" sz="1400" b="0" u="none" strike="noStrike">
              <a:solidFill>
                <a:srgbClr val="FFFFFF"/>
              </a:solidFill>
              <a:effectLst/>
              <a:uFillTx/>
              <a:latin typeface="OpenSymbol"/>
            </a:endParaRPr>
          </a:p>
        </p:txBody>
      </p:sp>
      <p:sp>
        <p:nvSpPr>
          <p:cNvPr id="48" name="Rectangle 47"/>
          <p:cNvSpPr/>
          <p:nvPr/>
        </p:nvSpPr>
        <p:spPr>
          <a:xfrm>
            <a:off x="476280" y="2619360"/>
            <a:ext cx="1523520" cy="914040"/>
          </a:xfrm>
          <a:prstGeom prst="rect">
            <a:avLst/>
          </a:prstGeom>
          <a:noFill/>
          <a:ln w="0">
            <a:noFill/>
          </a:ln>
        </p:spPr>
        <p:style>
          <a:lnRef idx="0">
            <a:srgbClr val="FFFFFF"/>
          </a:lnRef>
          <a:fillRef idx="0">
            <a:srgbClr val="FFFFFF"/>
          </a:fillRef>
          <a:effectRef idx="0">
            <a:srgbClr val="FFFFFF"/>
          </a:effectRef>
          <a:fontRef idx="minor"/>
        </p:style>
        <p:txBody>
          <a:bodyPr anchor="t">
            <a:normAutofit lnSpcReduction="9999"/>
          </a:bodyPr>
          <a:p>
            <a:pPr algn="ctr" defTabSz="914400">
              <a:lnSpc>
                <a:spcPct val="100000"/>
              </a:lnSpc>
              <a:tabLst>
                <a:tab pos="0" algn="l"/>
              </a:tabLst>
            </a:pPr>
            <a:r>
              <a:rPr lang="en-US" sz="1200" b="0" u="none" strike="noStrike">
                <a:solidFill>
                  <a:srgbClr val="FFFFFF"/>
                </a:solidFill>
                <a:effectLst/>
                <a:uFillTx/>
                <a:latin typeface="DM Sans"/>
              </a:rPr>
              <a:t>Secure access to a personalized learning space with single sign-on and role-based views.</a:t>
            </a:r>
            <a:endParaRPr lang="en-US" sz="1200" b="0" u="none" strike="noStrike">
              <a:solidFill>
                <a:srgbClr val="FFFFFF"/>
              </a:solidFill>
              <a:effectLst/>
              <a:uFillTx/>
              <a:latin typeface="OpenSymbol"/>
            </a:endParaRPr>
          </a:p>
        </p:txBody>
      </p:sp>
      <p:sp>
        <p:nvSpPr>
          <p:cNvPr id="49" name="Rectangle 48"/>
          <p:cNvSpPr/>
          <p:nvPr/>
        </p:nvSpPr>
        <p:spPr>
          <a:xfrm>
            <a:off x="2114640" y="1219320"/>
            <a:ext cx="1523520" cy="2091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62500" lnSpcReduction="19999"/>
          </a:bodyPr>
          <a:p>
            <a:pPr algn="ctr" defTabSz="914400">
              <a:lnSpc>
                <a:spcPct val="100000"/>
              </a:lnSpc>
              <a:tabLst>
                <a:tab pos="0" algn="l"/>
              </a:tabLst>
            </a:pPr>
            <a:r>
              <a:rPr lang="en-US" sz="1400" b="0" u="none" strike="noStrike">
                <a:solidFill>
                  <a:srgbClr val="FFFFFF"/>
                </a:solidFill>
                <a:effectLst/>
                <a:uFillTx/>
                <a:latin typeface="Archivo"/>
              </a:rPr>
              <a:t>Dashboard</a:t>
            </a:r>
            <a:endParaRPr lang="en-US" sz="1400" b="0" u="none" strike="noStrike">
              <a:solidFill>
                <a:srgbClr val="FFFFFF"/>
              </a:solidFill>
              <a:effectLst/>
              <a:uFillTx/>
              <a:latin typeface="OpenSymbol"/>
            </a:endParaRPr>
          </a:p>
        </p:txBody>
      </p:sp>
      <p:sp>
        <p:nvSpPr>
          <p:cNvPr id="50" name="Rectangle 49"/>
          <p:cNvSpPr/>
          <p:nvPr/>
        </p:nvSpPr>
        <p:spPr>
          <a:xfrm>
            <a:off x="2114640" y="2619360"/>
            <a:ext cx="1523520" cy="10951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algn="ctr" defTabSz="914400">
              <a:lnSpc>
                <a:spcPct val="100000"/>
              </a:lnSpc>
              <a:tabLst>
                <a:tab pos="0" algn="l"/>
              </a:tabLst>
            </a:pPr>
            <a:r>
              <a:rPr lang="en-US" sz="1200" b="0" u="none" strike="noStrike">
                <a:solidFill>
                  <a:srgbClr val="FFFFFF"/>
                </a:solidFill>
                <a:effectLst/>
                <a:uFillTx/>
                <a:latin typeface="DM Sans"/>
              </a:rPr>
              <a:t>Personalized recommendations surface the right lessons and pacing based on goals and history.</a:t>
            </a:r>
            <a:endParaRPr lang="en-US" sz="1200" b="0" u="none" strike="noStrike">
              <a:solidFill>
                <a:srgbClr val="FFFFFF"/>
              </a:solidFill>
              <a:effectLst/>
              <a:uFillTx/>
              <a:latin typeface="OpenSymbol"/>
            </a:endParaRPr>
          </a:p>
        </p:txBody>
      </p:sp>
      <p:sp>
        <p:nvSpPr>
          <p:cNvPr id="51" name="Rectangle 50"/>
          <p:cNvSpPr/>
          <p:nvPr/>
        </p:nvSpPr>
        <p:spPr>
          <a:xfrm>
            <a:off x="3753000" y="1219320"/>
            <a:ext cx="1523520" cy="2091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62500" lnSpcReduction="19999"/>
          </a:bodyPr>
          <a:p>
            <a:pPr algn="ctr" defTabSz="914400">
              <a:lnSpc>
                <a:spcPct val="100000"/>
              </a:lnSpc>
              <a:tabLst>
                <a:tab pos="0" algn="l"/>
              </a:tabLst>
            </a:pPr>
            <a:r>
              <a:rPr lang="en-US" sz="1400" b="0" u="none" strike="noStrike">
                <a:solidFill>
                  <a:srgbClr val="FFFFFF"/>
                </a:solidFill>
                <a:effectLst/>
                <a:uFillTx/>
                <a:latin typeface="Archivo"/>
              </a:rPr>
              <a:t>Learn</a:t>
            </a:r>
            <a:endParaRPr lang="en-US" sz="1400" b="0" u="none" strike="noStrike">
              <a:solidFill>
                <a:srgbClr val="FFFFFF"/>
              </a:solidFill>
              <a:effectLst/>
              <a:uFillTx/>
              <a:latin typeface="OpenSymbol"/>
            </a:endParaRPr>
          </a:p>
        </p:txBody>
      </p:sp>
      <p:sp>
        <p:nvSpPr>
          <p:cNvPr id="52" name="Rectangle 51"/>
          <p:cNvSpPr/>
          <p:nvPr/>
        </p:nvSpPr>
        <p:spPr>
          <a:xfrm>
            <a:off x="3753000" y="2619360"/>
            <a:ext cx="1523520" cy="9140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algn="ctr" defTabSz="914400">
              <a:lnSpc>
                <a:spcPct val="100000"/>
              </a:lnSpc>
              <a:tabLst>
                <a:tab pos="0" algn="l"/>
              </a:tabLst>
            </a:pPr>
            <a:r>
              <a:rPr lang="en-US" sz="1200" b="0" u="none" strike="noStrike">
                <a:solidFill>
                  <a:srgbClr val="FFFFFF"/>
                </a:solidFill>
                <a:effectLst/>
                <a:uFillTx/>
                <a:latin typeface="DM Sans"/>
              </a:rPr>
              <a:t>Micro-lessons deliver focused content in short sessions to fit busy student schedules.</a:t>
            </a:r>
            <a:endParaRPr lang="en-US" sz="1200" b="0" u="none" strike="noStrike">
              <a:solidFill>
                <a:srgbClr val="FFFFFF"/>
              </a:solidFill>
              <a:effectLst/>
              <a:uFillTx/>
              <a:latin typeface="OpenSymbol"/>
            </a:endParaRPr>
          </a:p>
        </p:txBody>
      </p:sp>
      <p:sp>
        <p:nvSpPr>
          <p:cNvPr id="53" name="Rectangle 52"/>
          <p:cNvSpPr/>
          <p:nvPr/>
        </p:nvSpPr>
        <p:spPr>
          <a:xfrm>
            <a:off x="5391000" y="1219320"/>
            <a:ext cx="1523520" cy="2091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62500" lnSpcReduction="19999"/>
          </a:bodyPr>
          <a:p>
            <a:pPr algn="ctr" defTabSz="914400">
              <a:lnSpc>
                <a:spcPct val="100000"/>
              </a:lnSpc>
              <a:tabLst>
                <a:tab pos="0" algn="l"/>
              </a:tabLst>
            </a:pPr>
            <a:r>
              <a:rPr lang="en-US" sz="1400" b="0" u="none" strike="noStrike">
                <a:solidFill>
                  <a:srgbClr val="FFFFFF"/>
                </a:solidFill>
                <a:effectLst/>
                <a:uFillTx/>
                <a:latin typeface="Archivo"/>
              </a:rPr>
              <a:t>Ask AI</a:t>
            </a:r>
            <a:endParaRPr lang="en-US" sz="1400" b="0" u="none" strike="noStrike">
              <a:solidFill>
                <a:srgbClr val="FFFFFF"/>
              </a:solidFill>
              <a:effectLst/>
              <a:uFillTx/>
              <a:latin typeface="OpenSymbol"/>
            </a:endParaRPr>
          </a:p>
        </p:txBody>
      </p:sp>
      <p:sp>
        <p:nvSpPr>
          <p:cNvPr id="54" name="Rectangle 53"/>
          <p:cNvSpPr/>
          <p:nvPr/>
        </p:nvSpPr>
        <p:spPr>
          <a:xfrm>
            <a:off x="5391000" y="2619360"/>
            <a:ext cx="1523520" cy="914040"/>
          </a:xfrm>
          <a:prstGeom prst="rect">
            <a:avLst/>
          </a:prstGeom>
          <a:noFill/>
          <a:ln w="0">
            <a:noFill/>
          </a:ln>
        </p:spPr>
        <p:style>
          <a:lnRef idx="0">
            <a:srgbClr val="FFFFFF"/>
          </a:lnRef>
          <a:fillRef idx="0">
            <a:srgbClr val="FFFFFF"/>
          </a:fillRef>
          <a:effectRef idx="0">
            <a:srgbClr val="FFFFFF"/>
          </a:effectRef>
          <a:fontRef idx="minor"/>
        </p:style>
        <p:txBody>
          <a:bodyPr anchor="t">
            <a:normAutofit lnSpcReduction="9999"/>
          </a:bodyPr>
          <a:p>
            <a:pPr algn="ctr" defTabSz="914400">
              <a:lnSpc>
                <a:spcPct val="100000"/>
              </a:lnSpc>
              <a:tabLst>
                <a:tab pos="0" algn="l"/>
              </a:tabLst>
            </a:pPr>
            <a:r>
              <a:rPr lang="en-US" sz="1200" b="0" u="none" strike="noStrike">
                <a:solidFill>
                  <a:srgbClr val="FFFFFF"/>
                </a:solidFill>
                <a:effectLst/>
                <a:uFillTx/>
                <a:latin typeface="DM Sans"/>
              </a:rPr>
              <a:t>Contextual tutoring: ask questions, get explanations, and clarify concepts in real time.</a:t>
            </a:r>
            <a:endParaRPr lang="en-US" sz="1200" b="0" u="none" strike="noStrike">
              <a:solidFill>
                <a:srgbClr val="FFFFFF"/>
              </a:solidFill>
              <a:effectLst/>
              <a:uFillTx/>
              <a:latin typeface="OpenSymbol"/>
            </a:endParaRPr>
          </a:p>
        </p:txBody>
      </p:sp>
      <p:sp>
        <p:nvSpPr>
          <p:cNvPr id="55" name="Rectangle 54"/>
          <p:cNvSpPr/>
          <p:nvPr/>
        </p:nvSpPr>
        <p:spPr>
          <a:xfrm>
            <a:off x="7029360" y="1219320"/>
            <a:ext cx="1523520" cy="2091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62500" lnSpcReduction="19999"/>
          </a:bodyPr>
          <a:p>
            <a:pPr algn="ctr" defTabSz="914400">
              <a:lnSpc>
                <a:spcPct val="100000"/>
              </a:lnSpc>
              <a:tabLst>
                <a:tab pos="0" algn="l"/>
              </a:tabLst>
            </a:pPr>
            <a:r>
              <a:rPr lang="en-US" sz="1400" b="0" u="none" strike="noStrike">
                <a:solidFill>
                  <a:srgbClr val="FFFFFF"/>
                </a:solidFill>
                <a:effectLst/>
                <a:uFillTx/>
                <a:latin typeface="Archivo"/>
              </a:rPr>
              <a:t>Practi ce</a:t>
            </a:r>
            <a:endParaRPr lang="en-US" sz="1400" b="0" u="none" strike="noStrike">
              <a:solidFill>
                <a:srgbClr val="FFFFFF"/>
              </a:solidFill>
              <a:effectLst/>
              <a:uFillTx/>
              <a:latin typeface="OpenSymbol"/>
            </a:endParaRPr>
          </a:p>
        </p:txBody>
      </p:sp>
      <p:sp>
        <p:nvSpPr>
          <p:cNvPr id="56" name="Rectangle 55"/>
          <p:cNvSpPr/>
          <p:nvPr/>
        </p:nvSpPr>
        <p:spPr>
          <a:xfrm>
            <a:off x="7029360" y="2619360"/>
            <a:ext cx="1523520" cy="73296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92500" lnSpcReduction="9999"/>
          </a:bodyPr>
          <a:p>
            <a:pPr algn="ctr" defTabSz="914400">
              <a:lnSpc>
                <a:spcPct val="100000"/>
              </a:lnSpc>
              <a:tabLst>
                <a:tab pos="0" algn="l"/>
              </a:tabLst>
            </a:pPr>
            <a:r>
              <a:rPr lang="en-US" sz="1200" b="0" u="none" strike="noStrike">
                <a:solidFill>
                  <a:srgbClr val="FFFFFF"/>
                </a:solidFill>
                <a:effectLst/>
                <a:uFillTx/>
                <a:latin typeface="DM Sans"/>
              </a:rPr>
              <a:t>Interactive quizzes reinforce concepts while coding tasks build hands-on skills.</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ounded Rectangle 56"/>
          <p:cNvSpPr/>
          <p:nvPr/>
        </p:nvSpPr>
        <p:spPr>
          <a:xfrm>
            <a:off x="476280" y="1866960"/>
            <a:ext cx="1914120" cy="280008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58" name="Rounded Rectangle 57"/>
          <p:cNvSpPr/>
          <p:nvPr/>
        </p:nvSpPr>
        <p:spPr>
          <a:xfrm>
            <a:off x="2523960" y="1866960"/>
            <a:ext cx="1914120" cy="280008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59" name="Rounded Rectangle 58"/>
          <p:cNvSpPr/>
          <p:nvPr/>
        </p:nvSpPr>
        <p:spPr>
          <a:xfrm>
            <a:off x="4572000" y="1866960"/>
            <a:ext cx="1914120" cy="280008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60" name="Rounded Rectangle 59"/>
          <p:cNvSpPr/>
          <p:nvPr/>
        </p:nvSpPr>
        <p:spPr>
          <a:xfrm>
            <a:off x="6620040" y="1866960"/>
            <a:ext cx="1914120" cy="280008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61" name="Rectangle 60"/>
          <p:cNvSpPr/>
          <p:nvPr/>
        </p:nvSpPr>
        <p:spPr>
          <a:xfrm>
            <a:off x="476280" y="380880"/>
            <a:ext cx="8191080" cy="39960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9999"/>
          </a:bodyPr>
          <a:p>
            <a:pPr defTabSz="914400">
              <a:lnSpc>
                <a:spcPct val="100000"/>
              </a:lnSpc>
              <a:tabLst>
                <a:tab pos="0" algn="l"/>
              </a:tabLst>
            </a:pPr>
            <a:r>
              <a:rPr lang="en-US" sz="2600" b="1" u="none" strike="noStrike">
                <a:solidFill>
                  <a:srgbClr val="FFFFFF"/>
                </a:solidFill>
                <a:effectLst/>
                <a:uFillTx/>
                <a:latin typeface="Archivo"/>
              </a:rPr>
              <a:t>Learning Cycle</a:t>
            </a:r>
            <a:endParaRPr lang="en-US" sz="2600" b="0" u="none" strike="noStrike">
              <a:solidFill>
                <a:srgbClr val="FFFFFF"/>
              </a:solidFill>
              <a:effectLst/>
              <a:uFillTx/>
              <a:latin typeface="OpenSymbol"/>
            </a:endParaRPr>
          </a:p>
        </p:txBody>
      </p:sp>
      <p:sp>
        <p:nvSpPr>
          <p:cNvPr id="62" name="Rectangle 61"/>
          <p:cNvSpPr/>
          <p:nvPr/>
        </p:nvSpPr>
        <p:spPr>
          <a:xfrm>
            <a:off x="476280" y="1238400"/>
            <a:ext cx="191412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2400" b="0" u="none" strike="noStrike">
                <a:solidFill>
                  <a:srgbClr val="FFFFFF"/>
                </a:solidFill>
                <a:effectLst/>
                <a:uFillTx/>
                <a:latin typeface="Archivo"/>
              </a:rPr>
              <a:t>06</a:t>
            </a:r>
            <a:endParaRPr lang="en-US" sz="2400" b="0" u="none" strike="noStrike">
              <a:solidFill>
                <a:srgbClr val="FFFFFF"/>
              </a:solidFill>
              <a:effectLst/>
              <a:uFillTx/>
              <a:latin typeface="OpenSymbol"/>
            </a:endParaRPr>
          </a:p>
        </p:txBody>
      </p:sp>
      <p:sp>
        <p:nvSpPr>
          <p:cNvPr id="63" name="Rectangle 62"/>
          <p:cNvSpPr/>
          <p:nvPr/>
        </p:nvSpPr>
        <p:spPr>
          <a:xfrm>
            <a:off x="666720" y="2133720"/>
            <a:ext cx="1533240" cy="4284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800" b="0" u="none" strike="noStrike">
                <a:solidFill>
                  <a:srgbClr val="1C5383"/>
                </a:solidFill>
                <a:effectLst/>
                <a:uFillTx/>
                <a:latin typeface="Archivo"/>
              </a:rPr>
              <a:t>Login</a:t>
            </a:r>
            <a:endParaRPr lang="en-US" sz="1800" b="0" u="none" strike="noStrike">
              <a:solidFill>
                <a:srgbClr val="FFFFFF"/>
              </a:solidFill>
              <a:effectLst/>
              <a:uFillTx/>
              <a:latin typeface="OpenSymbol"/>
            </a:endParaRPr>
          </a:p>
        </p:txBody>
      </p:sp>
      <p:sp>
        <p:nvSpPr>
          <p:cNvPr id="64" name="Rectangle 63"/>
          <p:cNvSpPr/>
          <p:nvPr/>
        </p:nvSpPr>
        <p:spPr>
          <a:xfrm>
            <a:off x="666720" y="2666880"/>
            <a:ext cx="153324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1C5383"/>
                </a:solidFill>
                <a:effectLst/>
                <a:uFillTx/>
                <a:latin typeface="DM Sans"/>
              </a:rPr>
              <a:t>Access secure account with single sign-on.</a:t>
            </a:r>
            <a:endParaRPr lang="en-US" sz="1200" b="0" u="none" strike="noStrike">
              <a:solidFill>
                <a:srgbClr val="FFFFFF"/>
              </a:solidFill>
              <a:effectLst/>
              <a:uFillTx/>
              <a:latin typeface="OpenSymbol"/>
            </a:endParaRPr>
          </a:p>
        </p:txBody>
      </p:sp>
      <p:sp>
        <p:nvSpPr>
          <p:cNvPr id="65" name="Rectangle 64"/>
          <p:cNvSpPr/>
          <p:nvPr/>
        </p:nvSpPr>
        <p:spPr>
          <a:xfrm>
            <a:off x="2523960" y="1238400"/>
            <a:ext cx="191412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2400" b="0" u="none" strike="noStrike">
                <a:solidFill>
                  <a:srgbClr val="FFFFFF"/>
                </a:solidFill>
                <a:effectLst/>
                <a:uFillTx/>
                <a:latin typeface="Archivo"/>
              </a:rPr>
              <a:t>07</a:t>
            </a:r>
            <a:endParaRPr lang="en-US" sz="2400" b="0" u="none" strike="noStrike">
              <a:solidFill>
                <a:srgbClr val="FFFFFF"/>
              </a:solidFill>
              <a:effectLst/>
              <a:uFillTx/>
              <a:latin typeface="OpenSymbol"/>
            </a:endParaRPr>
          </a:p>
        </p:txBody>
      </p:sp>
      <p:sp>
        <p:nvSpPr>
          <p:cNvPr id="66" name="Rectangle 65"/>
          <p:cNvSpPr/>
          <p:nvPr/>
        </p:nvSpPr>
        <p:spPr>
          <a:xfrm>
            <a:off x="2714760" y="2133720"/>
            <a:ext cx="1533240" cy="4284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800" b="0" u="none" strike="noStrike">
                <a:solidFill>
                  <a:srgbClr val="1C5383"/>
                </a:solidFill>
                <a:effectLst/>
                <a:uFillTx/>
                <a:latin typeface="Archivo"/>
              </a:rPr>
              <a:t>Dashboard</a:t>
            </a:r>
            <a:endParaRPr lang="en-US" sz="1800" b="0" u="none" strike="noStrike">
              <a:solidFill>
                <a:srgbClr val="FFFFFF"/>
              </a:solidFill>
              <a:effectLst/>
              <a:uFillTx/>
              <a:latin typeface="OpenSymbol"/>
            </a:endParaRPr>
          </a:p>
        </p:txBody>
      </p:sp>
      <p:sp>
        <p:nvSpPr>
          <p:cNvPr id="67" name="Rectangle 66"/>
          <p:cNvSpPr/>
          <p:nvPr/>
        </p:nvSpPr>
        <p:spPr>
          <a:xfrm>
            <a:off x="2714760" y="2666880"/>
            <a:ext cx="1533240" cy="8856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1C5383"/>
                </a:solidFill>
                <a:effectLst/>
                <a:uFillTx/>
                <a:latin typeface="DM Sans"/>
              </a:rPr>
              <a:t>Receive personalized recommendations at a glance.</a:t>
            </a:r>
            <a:endParaRPr lang="en-US" sz="1200" b="0" u="none" strike="noStrike">
              <a:solidFill>
                <a:srgbClr val="FFFFFF"/>
              </a:solidFill>
              <a:effectLst/>
              <a:uFillTx/>
              <a:latin typeface="OpenSymbol"/>
            </a:endParaRPr>
          </a:p>
        </p:txBody>
      </p:sp>
      <p:sp>
        <p:nvSpPr>
          <p:cNvPr id="68" name="Rectangle 67"/>
          <p:cNvSpPr/>
          <p:nvPr/>
        </p:nvSpPr>
        <p:spPr>
          <a:xfrm>
            <a:off x="4572000" y="1238400"/>
            <a:ext cx="191412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2400" b="0" u="none" strike="noStrike">
                <a:solidFill>
                  <a:srgbClr val="FFFFFF"/>
                </a:solidFill>
                <a:effectLst/>
                <a:uFillTx/>
                <a:latin typeface="Archivo"/>
              </a:rPr>
              <a:t>08</a:t>
            </a:r>
            <a:endParaRPr lang="en-US" sz="2400" b="0" u="none" strike="noStrike">
              <a:solidFill>
                <a:srgbClr val="FFFFFF"/>
              </a:solidFill>
              <a:effectLst/>
              <a:uFillTx/>
              <a:latin typeface="OpenSymbol"/>
            </a:endParaRPr>
          </a:p>
        </p:txBody>
      </p:sp>
      <p:sp>
        <p:nvSpPr>
          <p:cNvPr id="69" name="Rectangle 68"/>
          <p:cNvSpPr/>
          <p:nvPr/>
        </p:nvSpPr>
        <p:spPr>
          <a:xfrm>
            <a:off x="4762440" y="2133720"/>
            <a:ext cx="1533240" cy="4284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800" b="0" u="none" strike="noStrike">
                <a:solidFill>
                  <a:srgbClr val="1C5383"/>
                </a:solidFill>
                <a:effectLst/>
                <a:uFillTx/>
                <a:latin typeface="Archivo"/>
              </a:rPr>
              <a:t>Learn</a:t>
            </a:r>
            <a:endParaRPr lang="en-US" sz="1800" b="0" u="none" strike="noStrike">
              <a:solidFill>
                <a:srgbClr val="FFFFFF"/>
              </a:solidFill>
              <a:effectLst/>
              <a:uFillTx/>
              <a:latin typeface="OpenSymbol"/>
            </a:endParaRPr>
          </a:p>
        </p:txBody>
      </p:sp>
      <p:sp>
        <p:nvSpPr>
          <p:cNvPr id="70" name="Rectangle 69"/>
          <p:cNvSpPr/>
          <p:nvPr/>
        </p:nvSpPr>
        <p:spPr>
          <a:xfrm>
            <a:off x="4762440" y="2666880"/>
            <a:ext cx="153324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1C5383"/>
                </a:solidFill>
                <a:effectLst/>
                <a:uFillTx/>
                <a:latin typeface="DM Sans"/>
              </a:rPr>
              <a:t>Engage micro-lessons tailored to goals.</a:t>
            </a:r>
            <a:endParaRPr lang="en-US" sz="1200" b="0" u="none" strike="noStrike">
              <a:solidFill>
                <a:srgbClr val="FFFFFF"/>
              </a:solidFill>
              <a:effectLst/>
              <a:uFillTx/>
              <a:latin typeface="OpenSymbol"/>
            </a:endParaRPr>
          </a:p>
        </p:txBody>
      </p:sp>
      <p:sp>
        <p:nvSpPr>
          <p:cNvPr id="71" name="Rectangle 70"/>
          <p:cNvSpPr/>
          <p:nvPr/>
        </p:nvSpPr>
        <p:spPr>
          <a:xfrm>
            <a:off x="6620040" y="1238400"/>
            <a:ext cx="191412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2400" b="0" u="none" strike="noStrike">
                <a:solidFill>
                  <a:srgbClr val="FFFFFF"/>
                </a:solidFill>
                <a:effectLst/>
                <a:uFillTx/>
                <a:latin typeface="Archivo"/>
              </a:rPr>
              <a:t>09</a:t>
            </a:r>
            <a:endParaRPr lang="en-US" sz="2400" b="0" u="none" strike="noStrike">
              <a:solidFill>
                <a:srgbClr val="FFFFFF"/>
              </a:solidFill>
              <a:effectLst/>
              <a:uFillTx/>
              <a:latin typeface="OpenSymbol"/>
            </a:endParaRPr>
          </a:p>
        </p:txBody>
      </p:sp>
      <p:sp>
        <p:nvSpPr>
          <p:cNvPr id="72" name="Rectangle 71"/>
          <p:cNvSpPr/>
          <p:nvPr/>
        </p:nvSpPr>
        <p:spPr>
          <a:xfrm>
            <a:off x="6810480" y="2133720"/>
            <a:ext cx="1533240" cy="4284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800" b="0" u="none" strike="noStrike">
                <a:solidFill>
                  <a:srgbClr val="1C5383"/>
                </a:solidFill>
                <a:effectLst/>
                <a:uFillTx/>
                <a:latin typeface="Archivo"/>
              </a:rPr>
              <a:t>Ask AI</a:t>
            </a:r>
            <a:endParaRPr lang="en-US" sz="1800" b="0" u="none" strike="noStrike">
              <a:solidFill>
                <a:srgbClr val="FFFFFF"/>
              </a:solidFill>
              <a:effectLst/>
              <a:uFillTx/>
              <a:latin typeface="OpenSymbol"/>
            </a:endParaRPr>
          </a:p>
        </p:txBody>
      </p:sp>
      <p:sp>
        <p:nvSpPr>
          <p:cNvPr id="73" name="Rectangle 72"/>
          <p:cNvSpPr/>
          <p:nvPr/>
        </p:nvSpPr>
        <p:spPr>
          <a:xfrm>
            <a:off x="6810480" y="2666880"/>
            <a:ext cx="153324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1C5383"/>
                </a:solidFill>
                <a:effectLst/>
                <a:uFillTx/>
                <a:latin typeface="DM Sans"/>
              </a:rPr>
              <a:t>Get contextual help and clarifications.</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73"/>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Student MVP Metrics</a:t>
            </a:r>
            <a:endParaRPr lang="en-US" sz="2400" b="0" u="none" strike="noStrike">
              <a:solidFill>
                <a:srgbClr val="FFFFFF"/>
              </a:solidFill>
              <a:effectLst/>
              <a:uFillTx/>
              <a:latin typeface="OpenSymbol"/>
            </a:endParaRPr>
          </a:p>
        </p:txBody>
      </p:sp>
      <p:sp>
        <p:nvSpPr>
          <p:cNvPr id="75" name="Rectangle 74"/>
          <p:cNvSpPr/>
          <p:nvPr/>
        </p:nvSpPr>
        <p:spPr>
          <a:xfrm>
            <a:off x="476280" y="1428840"/>
            <a:ext cx="304776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3600" b="1" u="none" strike="noStrike">
                <a:solidFill>
                  <a:srgbClr val="FFFFFF"/>
                </a:solidFill>
                <a:effectLst/>
                <a:uFillTx/>
                <a:latin typeface="Archivo"/>
              </a:rPr>
              <a:t>5</a:t>
            </a:r>
            <a:endParaRPr lang="en-US" sz="3600" b="0" u="none" strike="noStrike">
              <a:solidFill>
                <a:srgbClr val="FFFFFF"/>
              </a:solidFill>
              <a:effectLst/>
              <a:uFillTx/>
              <a:latin typeface="OpenSymbol"/>
            </a:endParaRPr>
          </a:p>
        </p:txBody>
      </p:sp>
      <p:sp>
        <p:nvSpPr>
          <p:cNvPr id="76" name="Rectangle 75"/>
          <p:cNvSpPr/>
          <p:nvPr/>
        </p:nvSpPr>
        <p:spPr>
          <a:xfrm>
            <a:off x="3809880" y="1428840"/>
            <a:ext cx="485748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Modules in MVP</a:t>
            </a:r>
            <a:endParaRPr lang="en-US" sz="1400" b="0" u="none" strike="noStrike">
              <a:solidFill>
                <a:srgbClr val="FFFFFF"/>
              </a:solidFill>
              <a:effectLst/>
              <a:uFillTx/>
              <a:latin typeface="OpenSymbol"/>
            </a:endParaRPr>
          </a:p>
        </p:txBody>
      </p:sp>
      <p:sp>
        <p:nvSpPr>
          <p:cNvPr id="77" name="Rectangle 76"/>
          <p:cNvSpPr/>
          <p:nvPr/>
        </p:nvSpPr>
        <p:spPr>
          <a:xfrm>
            <a:off x="476280" y="2076480"/>
            <a:ext cx="304776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3600" b="1" u="none" strike="noStrike">
                <a:solidFill>
                  <a:srgbClr val="FFFFFF"/>
                </a:solidFill>
                <a:effectLst/>
                <a:uFillTx/>
                <a:latin typeface="Archivo"/>
              </a:rPr>
              <a:t>21</a:t>
            </a:r>
            <a:endParaRPr lang="en-US" sz="3600" b="0" u="none" strike="noStrike">
              <a:solidFill>
                <a:srgbClr val="FFFFFF"/>
              </a:solidFill>
              <a:effectLst/>
              <a:uFillTx/>
              <a:latin typeface="OpenSymbol"/>
            </a:endParaRPr>
          </a:p>
        </p:txBody>
      </p:sp>
      <p:sp>
        <p:nvSpPr>
          <p:cNvPr id="78" name="Rectangle 77"/>
          <p:cNvSpPr/>
          <p:nvPr/>
        </p:nvSpPr>
        <p:spPr>
          <a:xfrm>
            <a:off x="3809880" y="2076480"/>
            <a:ext cx="485748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Total lessons across modules</a:t>
            </a:r>
            <a:endParaRPr lang="en-US" sz="1400" b="0" u="none" strike="noStrike">
              <a:solidFill>
                <a:srgbClr val="FFFFFF"/>
              </a:solidFill>
              <a:effectLst/>
              <a:uFillTx/>
              <a:latin typeface="OpenSymbol"/>
            </a:endParaRPr>
          </a:p>
        </p:txBody>
      </p:sp>
      <p:sp>
        <p:nvSpPr>
          <p:cNvPr id="79" name="Rectangle 78"/>
          <p:cNvSpPr/>
          <p:nvPr/>
        </p:nvSpPr>
        <p:spPr>
          <a:xfrm>
            <a:off x="476280" y="2724120"/>
            <a:ext cx="304776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3600" b="1" u="none" strike="noStrike">
                <a:solidFill>
                  <a:srgbClr val="FFFFFF"/>
                </a:solidFill>
                <a:effectLst/>
                <a:uFillTx/>
                <a:latin typeface="Archivo"/>
              </a:rPr>
              <a:t>6</a:t>
            </a:r>
            <a:endParaRPr lang="en-US" sz="3600" b="0" u="none" strike="noStrike">
              <a:solidFill>
                <a:srgbClr val="FFFFFF"/>
              </a:solidFill>
              <a:effectLst/>
              <a:uFillTx/>
              <a:latin typeface="OpenSymbol"/>
            </a:endParaRPr>
          </a:p>
        </p:txBody>
      </p:sp>
      <p:sp>
        <p:nvSpPr>
          <p:cNvPr id="80" name="Rectangle 79"/>
          <p:cNvSpPr/>
          <p:nvPr/>
        </p:nvSpPr>
        <p:spPr>
          <a:xfrm>
            <a:off x="3809880" y="2724120"/>
            <a:ext cx="485748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AI Tutor prompt modes</a:t>
            </a:r>
            <a:endParaRPr lang="en-US" sz="1400" b="0" u="none" strike="noStrike">
              <a:solidFill>
                <a:srgbClr val="FFFFFF"/>
              </a:solidFill>
              <a:effectLst/>
              <a:uFillTx/>
              <a:latin typeface="OpenSymbol"/>
            </a:endParaRPr>
          </a:p>
        </p:txBody>
      </p:sp>
      <p:sp>
        <p:nvSpPr>
          <p:cNvPr id="81" name="Rectangle 80"/>
          <p:cNvSpPr/>
          <p:nvPr/>
        </p:nvSpPr>
        <p:spPr>
          <a:xfrm>
            <a:off x="476280" y="3371760"/>
            <a:ext cx="304776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3600" b="1" u="none" strike="noStrike">
                <a:solidFill>
                  <a:srgbClr val="FFFFFF"/>
                </a:solidFill>
                <a:effectLst/>
                <a:uFillTx/>
                <a:latin typeface="Archivo"/>
              </a:rPr>
              <a:t>3</a:t>
            </a:r>
            <a:endParaRPr lang="en-US" sz="3600" b="0" u="none" strike="noStrike">
              <a:solidFill>
                <a:srgbClr val="FFFFFF"/>
              </a:solidFill>
              <a:effectLst/>
              <a:uFillTx/>
              <a:latin typeface="OpenSymbol"/>
            </a:endParaRPr>
          </a:p>
        </p:txBody>
      </p:sp>
      <p:sp>
        <p:nvSpPr>
          <p:cNvPr id="82" name="Rectangle 81"/>
          <p:cNvSpPr/>
          <p:nvPr/>
        </p:nvSpPr>
        <p:spPr>
          <a:xfrm>
            <a:off x="3809880" y="3371760"/>
            <a:ext cx="485748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Languages supported</a:t>
            </a:r>
            <a:endParaRPr lang="en-US" sz="1400" b="0" u="none" strike="noStrike">
              <a:solidFill>
                <a:srgbClr val="FFFFFF"/>
              </a:solidFill>
              <a:effectLst/>
              <a:uFillTx/>
              <a:latin typeface="OpenSymbol"/>
            </a:endParaRPr>
          </a:p>
        </p:txBody>
      </p:sp>
      <p:sp>
        <p:nvSpPr>
          <p:cNvPr id="83" name="Rectangle 82"/>
          <p:cNvSpPr/>
          <p:nvPr/>
        </p:nvSpPr>
        <p:spPr>
          <a:xfrm>
            <a:off x="476280" y="4019400"/>
            <a:ext cx="304776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3600" b="1" u="none" strike="noStrike">
                <a:solidFill>
                  <a:srgbClr val="FFFFFF"/>
                </a:solidFill>
                <a:effectLst/>
                <a:uFillTx/>
                <a:latin typeface="Archivo"/>
              </a:rPr>
              <a:t>2</a:t>
            </a:r>
            <a:endParaRPr lang="en-US" sz="3600" b="0" u="none" strike="noStrike">
              <a:solidFill>
                <a:srgbClr val="FFFFFF"/>
              </a:solidFill>
              <a:effectLst/>
              <a:uFillTx/>
              <a:latin typeface="OpenSymbol"/>
            </a:endParaRPr>
          </a:p>
        </p:txBody>
      </p:sp>
      <p:sp>
        <p:nvSpPr>
          <p:cNvPr id="84" name="Rectangle 83"/>
          <p:cNvSpPr/>
          <p:nvPr/>
        </p:nvSpPr>
        <p:spPr>
          <a:xfrm>
            <a:off x="3809880" y="4019400"/>
            <a:ext cx="485748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Reminders: daily/weekly options allowed</a:t>
            </a:r>
            <a:endParaRPr lang="en-US" sz="14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Rectangle 84"/>
          <p:cNvSpPr/>
          <p:nvPr/>
        </p:nvSpPr>
        <p:spPr>
          <a:xfrm>
            <a:off x="609480" y="1181160"/>
            <a:ext cx="2590560" cy="1872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25920" rIns="90000" bIns="-259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86" name="Rectangle 85"/>
          <p:cNvSpPr/>
          <p:nvPr/>
        </p:nvSpPr>
        <p:spPr>
          <a:xfrm>
            <a:off x="3333600" y="1181160"/>
            <a:ext cx="2590560" cy="1872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25920" rIns="90000" bIns="-259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87" name="Rectangle 86"/>
          <p:cNvSpPr/>
          <p:nvPr/>
        </p:nvSpPr>
        <p:spPr>
          <a:xfrm>
            <a:off x="6058080" y="1181160"/>
            <a:ext cx="3085920" cy="1872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25920" rIns="90000" bIns="-259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88" name="Oval 87"/>
          <p:cNvSpPr/>
          <p:nvPr/>
        </p:nvSpPr>
        <p:spPr>
          <a:xfrm>
            <a:off x="476280" y="1114560"/>
            <a:ext cx="132840" cy="132840"/>
          </a:xfrm>
          <a:prstGeom prst="ellipse">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89" name="Oval 88"/>
          <p:cNvSpPr/>
          <p:nvPr/>
        </p:nvSpPr>
        <p:spPr>
          <a:xfrm>
            <a:off x="3200400" y="1114560"/>
            <a:ext cx="132840" cy="132840"/>
          </a:xfrm>
          <a:prstGeom prst="ellipse">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0" name="Oval 89"/>
          <p:cNvSpPr/>
          <p:nvPr/>
        </p:nvSpPr>
        <p:spPr>
          <a:xfrm>
            <a:off x="5924520" y="1114560"/>
            <a:ext cx="132840" cy="132840"/>
          </a:xfrm>
          <a:prstGeom prst="ellipse">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1" name="Rectangle 90"/>
          <p:cNvSpPr/>
          <p:nvPr/>
        </p:nvSpPr>
        <p:spPr>
          <a:xfrm>
            <a:off x="0" y="3181320"/>
            <a:ext cx="475920" cy="1872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25920" rIns="90000" bIns="-259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2" name="Rectangle 91"/>
          <p:cNvSpPr/>
          <p:nvPr/>
        </p:nvSpPr>
        <p:spPr>
          <a:xfrm>
            <a:off x="609480" y="3181320"/>
            <a:ext cx="2590560" cy="1872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25920" rIns="90000" bIns="-2592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3" name="Oval 92"/>
          <p:cNvSpPr/>
          <p:nvPr/>
        </p:nvSpPr>
        <p:spPr>
          <a:xfrm>
            <a:off x="476280" y="3114720"/>
            <a:ext cx="132840" cy="132840"/>
          </a:xfrm>
          <a:prstGeom prst="ellipse">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4" name="Oval 93"/>
          <p:cNvSpPr/>
          <p:nvPr/>
        </p:nvSpPr>
        <p:spPr>
          <a:xfrm>
            <a:off x="3200400" y="3114720"/>
            <a:ext cx="132840" cy="132840"/>
          </a:xfrm>
          <a:prstGeom prst="ellipse">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95" name="Rectangle 94"/>
          <p:cNvSpPr/>
          <p:nvPr/>
        </p:nvSpPr>
        <p:spPr>
          <a:xfrm>
            <a:off x="476280" y="380880"/>
            <a:ext cx="8191080" cy="39960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9999"/>
          </a:bodyPr>
          <a:p>
            <a:pPr defTabSz="914400">
              <a:lnSpc>
                <a:spcPct val="100000"/>
              </a:lnSpc>
              <a:tabLst>
                <a:tab pos="0" algn="l"/>
              </a:tabLst>
            </a:pPr>
            <a:r>
              <a:rPr lang="en-US" sz="2600" b="1" u="none" strike="noStrike">
                <a:solidFill>
                  <a:srgbClr val="FFFFFF"/>
                </a:solidFill>
                <a:effectLst/>
                <a:uFillTx/>
                <a:latin typeface="Archivo"/>
              </a:rPr>
              <a:t>AI Workflow</a:t>
            </a:r>
            <a:endParaRPr lang="en-US" sz="2600" b="0" u="none" strike="noStrike">
              <a:solidFill>
                <a:srgbClr val="FFFFFF"/>
              </a:solidFill>
              <a:effectLst/>
              <a:uFillTx/>
              <a:latin typeface="OpenSymbol"/>
            </a:endParaRPr>
          </a:p>
        </p:txBody>
      </p:sp>
      <p:sp>
        <p:nvSpPr>
          <p:cNvPr id="96" name="Rectangle 95"/>
          <p:cNvSpPr/>
          <p:nvPr/>
        </p:nvSpPr>
        <p:spPr>
          <a:xfrm>
            <a:off x="476280" y="1295280"/>
            <a:ext cx="25714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0" u="none" strike="noStrike">
                <a:solidFill>
                  <a:srgbClr val="FFFFFF"/>
                </a:solidFill>
                <a:effectLst/>
                <a:uFillTx/>
                <a:latin typeface="Archivo"/>
              </a:rPr>
              <a:t>Student Input</a:t>
            </a:r>
            <a:endParaRPr lang="en-US" sz="1400" b="0" u="none" strike="noStrike">
              <a:solidFill>
                <a:srgbClr val="FFFFFF"/>
              </a:solidFill>
              <a:effectLst/>
              <a:uFillTx/>
              <a:latin typeface="OpenSymbol"/>
            </a:endParaRPr>
          </a:p>
        </p:txBody>
      </p:sp>
      <p:sp>
        <p:nvSpPr>
          <p:cNvPr id="97" name="Rectangle 96"/>
          <p:cNvSpPr/>
          <p:nvPr/>
        </p:nvSpPr>
        <p:spPr>
          <a:xfrm>
            <a:off x="476280" y="1962000"/>
            <a:ext cx="257148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Student selects a question or topic to begin the cycle.</a:t>
            </a:r>
            <a:endParaRPr lang="en-US" sz="1200" b="0" u="none" strike="noStrike">
              <a:solidFill>
                <a:srgbClr val="FFFFFF"/>
              </a:solidFill>
              <a:effectLst/>
              <a:uFillTx/>
              <a:latin typeface="OpenSymbol"/>
            </a:endParaRPr>
          </a:p>
        </p:txBody>
      </p:sp>
      <p:sp>
        <p:nvSpPr>
          <p:cNvPr id="98" name="Rectangle 97"/>
          <p:cNvSpPr/>
          <p:nvPr/>
        </p:nvSpPr>
        <p:spPr>
          <a:xfrm>
            <a:off x="3200400" y="1295280"/>
            <a:ext cx="25714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0" u="none" strike="noStrike">
                <a:solidFill>
                  <a:srgbClr val="FFFFFF"/>
                </a:solidFill>
                <a:effectLst/>
                <a:uFillTx/>
                <a:latin typeface="Archivo"/>
              </a:rPr>
              <a:t>Context Assembly</a:t>
            </a:r>
            <a:endParaRPr lang="en-US" sz="1400" b="0" u="none" strike="noStrike">
              <a:solidFill>
                <a:srgbClr val="FFFFFF"/>
              </a:solidFill>
              <a:effectLst/>
              <a:uFillTx/>
              <a:latin typeface="OpenSymbol"/>
            </a:endParaRPr>
          </a:p>
        </p:txBody>
      </p:sp>
      <p:sp>
        <p:nvSpPr>
          <p:cNvPr id="99" name="Rectangle 98"/>
          <p:cNvSpPr/>
          <p:nvPr/>
        </p:nvSpPr>
        <p:spPr>
          <a:xfrm>
            <a:off x="3200400" y="1962000"/>
            <a:ext cx="2571480" cy="51408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System pulls course., lesson, and prior performance to tailor context.</a:t>
            </a:r>
            <a:endParaRPr lang="en-US" sz="1200" b="0" u="none" strike="noStrike">
              <a:solidFill>
                <a:srgbClr val="FFFFFF"/>
              </a:solidFill>
              <a:effectLst/>
              <a:uFillTx/>
              <a:latin typeface="OpenSymbol"/>
            </a:endParaRPr>
          </a:p>
        </p:txBody>
      </p:sp>
      <p:sp>
        <p:nvSpPr>
          <p:cNvPr id="100" name="Rectangle 99"/>
          <p:cNvSpPr/>
          <p:nvPr/>
        </p:nvSpPr>
        <p:spPr>
          <a:xfrm>
            <a:off x="5924520" y="1295280"/>
            <a:ext cx="25714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0" u="none" strike="noStrike">
                <a:solidFill>
                  <a:srgbClr val="FFFFFF"/>
                </a:solidFill>
                <a:effectLst/>
                <a:uFillTx/>
                <a:latin typeface="Archivo"/>
              </a:rPr>
              <a:t>AI Processing</a:t>
            </a:r>
            <a:endParaRPr lang="en-US" sz="1400" b="0" u="none" strike="noStrike">
              <a:solidFill>
                <a:srgbClr val="FFFFFF"/>
              </a:solidFill>
              <a:effectLst/>
              <a:uFillTx/>
              <a:latin typeface="OpenSymbol"/>
            </a:endParaRPr>
          </a:p>
        </p:txBody>
      </p:sp>
      <p:sp>
        <p:nvSpPr>
          <p:cNvPr id="101" name="Rectangle 100"/>
          <p:cNvSpPr/>
          <p:nvPr/>
        </p:nvSpPr>
        <p:spPr>
          <a:xfrm>
            <a:off x="5924520" y="1962000"/>
            <a:ext cx="257148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Local model with scripted prompts (MVP); deterministic behavior, no production LLM integration.</a:t>
            </a:r>
            <a:endParaRPr lang="en-US" sz="1200" b="0" u="none" strike="noStrike">
              <a:solidFill>
                <a:srgbClr val="FFFFFF"/>
              </a:solidFill>
              <a:effectLst/>
              <a:uFillTx/>
              <a:latin typeface="OpenSymbol"/>
            </a:endParaRPr>
          </a:p>
        </p:txBody>
      </p:sp>
      <p:sp>
        <p:nvSpPr>
          <p:cNvPr id="102" name="Rectangle 101"/>
          <p:cNvSpPr/>
          <p:nvPr/>
        </p:nvSpPr>
        <p:spPr>
          <a:xfrm>
            <a:off x="476280" y="3295800"/>
            <a:ext cx="25714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0" u="none" strike="noStrike">
                <a:solidFill>
                  <a:srgbClr val="FFFFFF"/>
                </a:solidFill>
                <a:effectLst/>
                <a:uFillTx/>
                <a:latin typeface="Archivo"/>
              </a:rPr>
              <a:t>Personalized Response</a:t>
            </a:r>
            <a:endParaRPr lang="en-US" sz="1400" b="0" u="none" strike="noStrike">
              <a:solidFill>
                <a:srgbClr val="FFFFFF"/>
              </a:solidFill>
              <a:effectLst/>
              <a:uFillTx/>
              <a:latin typeface="OpenSymbol"/>
            </a:endParaRPr>
          </a:p>
        </p:txBody>
      </p:sp>
      <p:sp>
        <p:nvSpPr>
          <p:cNvPr id="103" name="Rectangle 102"/>
          <p:cNvSpPr/>
          <p:nvPr/>
        </p:nvSpPr>
        <p:spPr>
          <a:xfrm>
            <a:off x="476280" y="3962520"/>
            <a:ext cx="257148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Clear explanation, relatable analogy, and a concise summary tailored to the learner.</a:t>
            </a:r>
            <a:endParaRPr lang="en-US" sz="1200" b="0" u="none" strike="noStrike">
              <a:solidFill>
                <a:srgbClr val="FFFFFF"/>
              </a:solidFill>
              <a:effectLst/>
              <a:uFillTx/>
              <a:latin typeface="OpenSymbol"/>
            </a:endParaRPr>
          </a:p>
        </p:txBody>
      </p:sp>
      <p:sp>
        <p:nvSpPr>
          <p:cNvPr id="104" name="Rectangle 103"/>
          <p:cNvSpPr/>
          <p:nvPr/>
        </p:nvSpPr>
        <p:spPr>
          <a:xfrm>
            <a:off x="3200400" y="3295800"/>
            <a:ext cx="25714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0" u="none" strike="noStrike">
                <a:solidFill>
                  <a:srgbClr val="FFFFFF"/>
                </a:solidFill>
                <a:effectLst/>
                <a:uFillTx/>
                <a:latin typeface="Archivo"/>
              </a:rPr>
              <a:t>Artifact Generation</a:t>
            </a:r>
            <a:endParaRPr lang="en-US" sz="1400" b="0" u="none" strike="noStrike">
              <a:solidFill>
                <a:srgbClr val="FFFFFF"/>
              </a:solidFill>
              <a:effectLst/>
              <a:uFillTx/>
              <a:latin typeface="OpenSymbol"/>
            </a:endParaRPr>
          </a:p>
        </p:txBody>
      </p:sp>
      <p:sp>
        <p:nvSpPr>
          <p:cNvPr id="105" name="Rectangle 104"/>
          <p:cNvSpPr/>
          <p:nvPr/>
        </p:nvSpPr>
        <p:spPr>
          <a:xfrm>
            <a:off x="3200400" y="3962520"/>
            <a:ext cx="2571480" cy="7045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Quiz, flashcards, and feedback artifacts produced for practice and reflection.</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Rectangle 105"/>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MVP: Safe &amp; Ready</a:t>
            </a:r>
            <a:endParaRPr lang="en-US" sz="2400" b="0" u="none" strike="noStrike">
              <a:solidFill>
                <a:srgbClr val="FFFFFF"/>
              </a:solidFill>
              <a:effectLst/>
              <a:uFillTx/>
              <a:latin typeface="OpenSymbol"/>
            </a:endParaRPr>
          </a:p>
        </p:txBody>
      </p:sp>
      <p:sp>
        <p:nvSpPr>
          <p:cNvPr id="107" name="Rectangle 106"/>
          <p:cNvSpPr/>
          <p:nvPr/>
        </p:nvSpPr>
        <p:spPr>
          <a:xfrm>
            <a:off x="476280" y="1238400"/>
            <a:ext cx="8191080" cy="1523520"/>
          </a:xfrm>
          <a:prstGeom prst="rect">
            <a:avLst/>
          </a:prstGeom>
          <a:noFill/>
          <a:ln w="0">
            <a:noFill/>
          </a:ln>
        </p:spPr>
        <p:style>
          <a:lnRef idx="0">
            <a:srgbClr val="FFFFFF"/>
          </a:lnRef>
          <a:fillRef idx="0">
            <a:srgbClr val="FFFFFF"/>
          </a:fillRef>
          <a:effectRef idx="0">
            <a:srgbClr val="FFFFFF"/>
          </a:effectRef>
          <a:fontRef idx="minor"/>
        </p:style>
        <p:txBody>
          <a:bodyPr anchor="t">
            <a:normAutofit lnSpcReduction="9999"/>
          </a:bodyPr>
          <a:p>
            <a:pPr defTabSz="914400">
              <a:lnSpc>
                <a:spcPct val="150000"/>
              </a:lnSpc>
              <a:tabLst>
                <a:tab pos="0" algn="l"/>
              </a:tabLst>
            </a:pPr>
            <a:r>
              <a:rPr lang="en-US" sz="1600" b="0" u="none" strike="noStrike">
                <a:solidFill>
                  <a:srgbClr val="FFFFFF"/>
                </a:solidFill>
                <a:effectLst/>
                <a:uFillTx/>
                <a:latin typeface="DM Sans"/>
              </a:rPr>
              <a:t>EduTrackAI is a working MVP designed for campus pilots, with deterministic quiz generation and locally executed AI modules to ensure predictable behavior. All outputs are clearly labeled and exportable analytics are available for monitoring progress. Privacy and explainability are prioritized: high-stakes results require teacher review, and students’ data stays on campus. This setup is functional,</a:t>
            </a:r>
            <a:endParaRPr lang="en-US" sz="1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Rectangle 107"/>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algn="ctr" defTabSz="914400">
              <a:lnSpc>
                <a:spcPct val="100000"/>
              </a:lnSpc>
              <a:tabLst>
                <a:tab pos="0" algn="l"/>
              </a:tabLst>
            </a:pPr>
            <a:r>
              <a:rPr lang="en-US" sz="2400" b="1" u="none" strike="noStrike">
                <a:solidFill>
                  <a:srgbClr val="FFFFFF"/>
                </a:solidFill>
                <a:effectLst/>
                <a:uFillTx/>
                <a:latin typeface="Archivo"/>
              </a:rPr>
              <a:t>Assessment Drives Readiness</a:t>
            </a:r>
            <a:endParaRPr lang="en-US" sz="2400" b="0" u="none" strike="noStrike">
              <a:solidFill>
                <a:srgbClr val="FFFFFF"/>
              </a:solidFill>
              <a:effectLst/>
              <a:uFillTx/>
              <a:latin typeface="OpenSymbol"/>
            </a:endParaRPr>
          </a:p>
        </p:txBody>
      </p:sp>
      <p:sp>
        <p:nvSpPr>
          <p:cNvPr id="109" name="Rectangle 108"/>
          <p:cNvSpPr/>
          <p:nvPr/>
        </p:nvSpPr>
        <p:spPr>
          <a:xfrm>
            <a:off x="476280" y="1238400"/>
            <a:ext cx="390492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1" u="none" strike="noStrike">
                <a:solidFill>
                  <a:srgbClr val="FFFFFF"/>
                </a:solidFill>
                <a:effectLst/>
                <a:uFillTx/>
                <a:latin typeface="DM Sans"/>
              </a:rPr>
              <a:t>Assessment Engine</a:t>
            </a:r>
            <a:endParaRPr lang="en-US" sz="1400" b="0" u="none" strike="noStrike">
              <a:solidFill>
                <a:srgbClr val="FFFFFF"/>
              </a:solidFill>
              <a:effectLst/>
              <a:uFillTx/>
              <a:latin typeface="OpenSymbol"/>
            </a:endParaRPr>
          </a:p>
        </p:txBody>
      </p:sp>
      <p:sp>
        <p:nvSpPr>
          <p:cNvPr id="110" name="Rectangle 109"/>
          <p:cNvSpPr/>
          <p:nvPr/>
        </p:nvSpPr>
        <p:spPr>
          <a:xfrm>
            <a:off x="476280" y="1695600"/>
            <a:ext cx="3904920" cy="8856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Topic quizzes with selectable difficulty, retry workflows, and flashcards create focused practice. Real-time performance feedback converts daily study into measurable mastery.</a:t>
            </a:r>
            <a:endParaRPr lang="en-US" sz="1200" b="0" u="none" strike="noStrike">
              <a:solidFill>
                <a:srgbClr val="FFFFFF"/>
              </a:solidFill>
              <a:effectLst/>
              <a:uFillTx/>
              <a:latin typeface="OpenSymbol"/>
            </a:endParaRPr>
          </a:p>
        </p:txBody>
      </p:sp>
      <p:sp>
        <p:nvSpPr>
          <p:cNvPr id="111" name="Rectangle 110"/>
          <p:cNvSpPr/>
          <p:nvPr/>
        </p:nvSpPr>
        <p:spPr>
          <a:xfrm>
            <a:off x="4762440" y="1238400"/>
            <a:ext cx="390492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400" b="1" u="none" strike="noStrike">
                <a:solidFill>
                  <a:srgbClr val="FFFFFF"/>
                </a:solidFill>
                <a:effectLst/>
                <a:uFillTx/>
                <a:latin typeface="DM Sans"/>
              </a:rPr>
              <a:t>Placement Engine</a:t>
            </a:r>
            <a:endParaRPr lang="en-US" sz="1400" b="0" u="none" strike="noStrike">
              <a:solidFill>
                <a:srgbClr val="FFFFFF"/>
              </a:solidFill>
              <a:effectLst/>
              <a:uFillTx/>
              <a:latin typeface="OpenSymbol"/>
            </a:endParaRPr>
          </a:p>
        </p:txBody>
      </p:sp>
      <p:sp>
        <p:nvSpPr>
          <p:cNvPr id="112" name="Rectangle 111"/>
          <p:cNvSpPr/>
          <p:nvPr/>
        </p:nvSpPr>
        <p:spPr>
          <a:xfrm>
            <a:off x="4762440" y="1695600"/>
            <a:ext cx="3904920" cy="106632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Targeted practice across quantitative, logical, verbal, coding, and communication builds placement readiness. Mock interviews and a placement-readiness score bridge coursework to hiring benchmarks.</a:t>
            </a:r>
            <a:endParaRPr lang="en-US" sz="1200" b="0" u="none" strike="noStrike">
              <a:solidFill>
                <a:srgbClr val="FFFFFF"/>
              </a:solidFill>
              <a:effectLst/>
              <a:uFillTx/>
              <a:latin typeface="OpenSymbol"/>
            </a:endParaRPr>
          </a:p>
        </p:txBody>
      </p:sp>
      <p:sp>
        <p:nvSpPr>
          <p:cNvPr id="113" name="Rectangle 112"/>
          <p:cNvSpPr/>
          <p:nvPr/>
        </p:nvSpPr>
        <p:spPr>
          <a:xfrm>
            <a:off x="476280" y="4229280"/>
            <a:ext cx="8191080" cy="333000"/>
          </a:xfrm>
          <a:prstGeom prst="rect">
            <a:avLst/>
          </a:prstGeom>
          <a:noFill/>
          <a:ln w="0">
            <a:noFill/>
          </a:ln>
        </p:spPr>
        <p:style>
          <a:lnRef idx="0">
            <a:srgbClr val="FFFFFF"/>
          </a:lnRef>
          <a:fillRef idx="0">
            <a:srgbClr val="FFFFFF"/>
          </a:fillRef>
          <a:effectRef idx="0">
            <a:srgbClr val="FFFFFF"/>
          </a:effectRef>
          <a:fontRef idx="minor"/>
        </p:style>
        <p:txBody>
          <a:bodyPr anchor="t">
            <a:normAutofit/>
          </a:bodyPr>
          <a:p>
            <a:pPr defTabSz="914400">
              <a:lnSpc>
                <a:spcPct val="100000"/>
              </a:lnSpc>
              <a:tabLst>
                <a:tab pos="0" algn="l"/>
              </a:tabLst>
            </a:pPr>
            <a:r>
              <a:rPr lang="en-US" sz="1200" b="0" u="none" strike="noStrike">
                <a:solidFill>
                  <a:srgbClr val="FFFFFF"/>
                </a:solidFill>
                <a:effectLst/>
                <a:uFillTx/>
                <a:latin typeface="DM Sans"/>
              </a:rPr>
              <a:t>Integrated assessments turn daily learning into job-ready skills.</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Rectangle 113"/>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Teacher Analytics</a:t>
            </a:r>
            <a:endParaRPr lang="en-US" sz="2400" b="0" u="none" strike="noStrike">
              <a:solidFill>
                <a:srgbClr val="FFFFFF"/>
              </a:solidFill>
              <a:effectLst/>
              <a:uFillTx/>
              <a:latin typeface="OpenSymbol"/>
            </a:endParaRPr>
          </a:p>
        </p:txBody>
      </p:sp>
      <p:sp>
        <p:nvSpPr>
          <p:cNvPr id="115" name="Rectangle 114"/>
          <p:cNvSpPr/>
          <p:nvPr/>
        </p:nvSpPr>
        <p:spPr>
          <a:xfrm>
            <a:off x="476280" y="1428840"/>
            <a:ext cx="238104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Weekly active sessions</a:t>
            </a:r>
            <a:endParaRPr lang="en-US" sz="1400" b="0" u="none" strike="noStrike">
              <a:solidFill>
                <a:srgbClr val="FFFFFF"/>
              </a:solidFill>
              <a:effectLst/>
              <a:uFillTx/>
              <a:latin typeface="OpenSymbol"/>
            </a:endParaRPr>
          </a:p>
        </p:txBody>
      </p:sp>
      <p:sp>
        <p:nvSpPr>
          <p:cNvPr id="116" name="Rectangle 115"/>
          <p:cNvSpPr/>
          <p:nvPr/>
        </p:nvSpPr>
        <p:spPr>
          <a:xfrm>
            <a:off x="3048120" y="1428840"/>
            <a:ext cx="2571480" cy="51408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Projected increase per student with conservative pacing.</a:t>
            </a:r>
            <a:endParaRPr lang="en-US" sz="1200" b="0" u="none" strike="noStrike">
              <a:solidFill>
                <a:srgbClr val="FFFFFF"/>
              </a:solidFill>
              <a:effectLst/>
              <a:uFillTx/>
              <a:latin typeface="OpenSymbol"/>
            </a:endParaRPr>
          </a:p>
        </p:txBody>
      </p:sp>
      <p:sp>
        <p:nvSpPr>
          <p:cNvPr id="117" name="Rectangle 116"/>
          <p:cNvSpPr/>
          <p:nvPr/>
        </p:nvSpPr>
        <p:spPr>
          <a:xfrm>
            <a:off x="5810400" y="1428840"/>
            <a:ext cx="285732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algn="r" defTabSz="914400">
              <a:lnSpc>
                <a:spcPct val="100000"/>
              </a:lnSpc>
              <a:tabLst>
                <a:tab pos="0" algn="l"/>
              </a:tabLst>
            </a:pPr>
            <a:r>
              <a:rPr lang="en-US" sz="3600" b="1" u="none" strike="noStrike">
                <a:solidFill>
                  <a:srgbClr val="FFFFFF"/>
                </a:solidFill>
                <a:effectLst/>
                <a:uFillTx/>
                <a:latin typeface="Archivo"/>
              </a:rPr>
              <a:t>+35%</a:t>
            </a:r>
            <a:endParaRPr lang="en-US" sz="3600" b="0" u="none" strike="noStrike">
              <a:solidFill>
                <a:srgbClr val="FFFFFF"/>
              </a:solidFill>
              <a:effectLst/>
              <a:uFillTx/>
              <a:latin typeface="OpenSymbol"/>
            </a:endParaRPr>
          </a:p>
        </p:txBody>
      </p:sp>
      <p:sp>
        <p:nvSpPr>
          <p:cNvPr id="118" name="Rectangle 117"/>
          <p:cNvSpPr/>
          <p:nvPr/>
        </p:nvSpPr>
        <p:spPr>
          <a:xfrm>
            <a:off x="476280" y="2238480"/>
            <a:ext cx="238104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At-risk detection precision</a:t>
            </a:r>
            <a:endParaRPr lang="en-US" sz="1400" b="0" u="none" strike="noStrike">
              <a:solidFill>
                <a:srgbClr val="FFFFFF"/>
              </a:solidFill>
              <a:effectLst/>
              <a:uFillTx/>
              <a:latin typeface="OpenSymbol"/>
            </a:endParaRPr>
          </a:p>
        </p:txBody>
      </p:sp>
      <p:sp>
        <p:nvSpPr>
          <p:cNvPr id="119" name="Rectangle 118"/>
          <p:cNvSpPr/>
          <p:nvPr/>
        </p:nvSpPr>
        <p:spPr>
          <a:xfrm>
            <a:off x="3048120" y="2238480"/>
            <a:ext cx="2571480" cy="51408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Week 3 identification using a rule-based model.</a:t>
            </a:r>
            <a:endParaRPr lang="en-US" sz="1200" b="0" u="none" strike="noStrike">
              <a:solidFill>
                <a:srgbClr val="FFFFFF"/>
              </a:solidFill>
              <a:effectLst/>
              <a:uFillTx/>
              <a:latin typeface="OpenSymbol"/>
            </a:endParaRPr>
          </a:p>
        </p:txBody>
      </p:sp>
      <p:sp>
        <p:nvSpPr>
          <p:cNvPr id="120" name="Rectangle 119"/>
          <p:cNvSpPr/>
          <p:nvPr/>
        </p:nvSpPr>
        <p:spPr>
          <a:xfrm>
            <a:off x="5810400" y="2238480"/>
            <a:ext cx="285732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algn="r" defTabSz="914400">
              <a:lnSpc>
                <a:spcPct val="100000"/>
              </a:lnSpc>
              <a:tabLst>
                <a:tab pos="0" algn="l"/>
              </a:tabLst>
            </a:pPr>
            <a:r>
              <a:rPr lang="en-US" sz="3600" b="1" u="none" strike="noStrike">
                <a:solidFill>
                  <a:srgbClr val="FFFFFF"/>
                </a:solidFill>
                <a:effectLst/>
                <a:uFillTx/>
                <a:latin typeface="Archivo"/>
              </a:rPr>
              <a:t>80%</a:t>
            </a:r>
            <a:endParaRPr lang="en-US" sz="3600" b="0" u="none" strike="noStrike">
              <a:solidFill>
                <a:srgbClr val="FFFFFF"/>
              </a:solidFill>
              <a:effectLst/>
              <a:uFillTx/>
              <a:latin typeface="OpenSymbol"/>
            </a:endParaRPr>
          </a:p>
        </p:txBody>
      </p:sp>
      <p:sp>
        <p:nvSpPr>
          <p:cNvPr id="121" name="Rectangle 120"/>
          <p:cNvSpPr/>
          <p:nvPr/>
        </p:nvSpPr>
        <p:spPr>
          <a:xfrm>
            <a:off x="476280" y="3048120"/>
            <a:ext cx="238104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Quiz score improvement</a:t>
            </a:r>
            <a:endParaRPr lang="en-US" sz="1400" b="0" u="none" strike="noStrike">
              <a:solidFill>
                <a:srgbClr val="FFFFFF"/>
              </a:solidFill>
              <a:effectLst/>
              <a:uFillTx/>
              <a:latin typeface="OpenSymbol"/>
            </a:endParaRPr>
          </a:p>
        </p:txBody>
      </p:sp>
      <p:sp>
        <p:nvSpPr>
          <p:cNvPr id="122" name="Rectangle 121"/>
          <p:cNvSpPr/>
          <p:nvPr/>
        </p:nvSpPr>
        <p:spPr>
          <a:xfrm>
            <a:off x="3048120" y="3048120"/>
            <a:ext cx="2571480" cy="33300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After two targeted review cycles.</a:t>
            </a:r>
            <a:endParaRPr lang="en-US" sz="1200" b="0" u="none" strike="noStrike">
              <a:solidFill>
                <a:srgbClr val="FFFFFF"/>
              </a:solidFill>
              <a:effectLst/>
              <a:uFillTx/>
              <a:latin typeface="OpenSymbol"/>
            </a:endParaRPr>
          </a:p>
        </p:txBody>
      </p:sp>
      <p:sp>
        <p:nvSpPr>
          <p:cNvPr id="123" name="Rectangle 122"/>
          <p:cNvSpPr/>
          <p:nvPr/>
        </p:nvSpPr>
        <p:spPr>
          <a:xfrm>
            <a:off x="5810400" y="3048120"/>
            <a:ext cx="285732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algn="r" defTabSz="914400">
              <a:lnSpc>
                <a:spcPct val="100000"/>
              </a:lnSpc>
              <a:tabLst>
                <a:tab pos="0" algn="l"/>
              </a:tabLst>
            </a:pPr>
            <a:r>
              <a:rPr lang="en-US" sz="3600" b="1" u="none" strike="noStrike">
                <a:solidFill>
                  <a:srgbClr val="FFFFFF"/>
                </a:solidFill>
                <a:effectLst/>
                <a:uFillTx/>
                <a:latin typeface="Archivo"/>
              </a:rPr>
              <a:t>+18%</a:t>
            </a:r>
            <a:endParaRPr lang="en-US" sz="3600" b="0" u="none" strike="noStrike">
              <a:solidFill>
                <a:srgbClr val="FFFFFF"/>
              </a:solidFill>
              <a:effectLst/>
              <a:uFillTx/>
              <a:latin typeface="OpenSymbol"/>
            </a:endParaRPr>
          </a:p>
        </p:txBody>
      </p:sp>
      <p:sp>
        <p:nvSpPr>
          <p:cNvPr id="124" name="Rectangle 123"/>
          <p:cNvSpPr/>
          <p:nvPr/>
        </p:nvSpPr>
        <p:spPr>
          <a:xfrm>
            <a:off x="476280" y="3857760"/>
            <a:ext cx="238104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DM Sans"/>
              </a:rPr>
              <a:t>Placement readiness score</a:t>
            </a:r>
            <a:endParaRPr lang="en-US" sz="1400" b="0" u="none" strike="noStrike">
              <a:solidFill>
                <a:srgbClr val="FFFFFF"/>
              </a:solidFill>
              <a:effectLst/>
              <a:uFillTx/>
              <a:latin typeface="OpenSymbol"/>
            </a:endParaRPr>
          </a:p>
        </p:txBody>
      </p:sp>
      <p:sp>
        <p:nvSpPr>
          <p:cNvPr id="125" name="Rectangle 124"/>
          <p:cNvSpPr/>
          <p:nvPr/>
        </p:nvSpPr>
        <p:spPr>
          <a:xfrm>
            <a:off x="3048120" y="3857760"/>
            <a:ext cx="2571480" cy="51408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Per-student score with cohort averages displayed.</a:t>
            </a:r>
            <a:endParaRPr lang="en-US" sz="1200" b="0" u="none" strike="noStrike">
              <a:solidFill>
                <a:srgbClr val="FFFFFF"/>
              </a:solidFill>
              <a:effectLst/>
              <a:uFillTx/>
              <a:latin typeface="OpenSymbol"/>
            </a:endParaRPr>
          </a:p>
        </p:txBody>
      </p:sp>
      <p:sp>
        <p:nvSpPr>
          <p:cNvPr id="126" name="Rectangle 125"/>
          <p:cNvSpPr/>
          <p:nvPr/>
        </p:nvSpPr>
        <p:spPr>
          <a:xfrm>
            <a:off x="5810400" y="3857760"/>
            <a:ext cx="285732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algn="r" defTabSz="914400">
              <a:lnSpc>
                <a:spcPct val="100000"/>
              </a:lnSpc>
              <a:tabLst>
                <a:tab pos="0" algn="l"/>
              </a:tabLst>
            </a:pPr>
            <a:r>
              <a:rPr lang="en-US" sz="3600" b="1" u="none" strike="noStrike">
                <a:solidFill>
                  <a:srgbClr val="FFFFFF"/>
                </a:solidFill>
                <a:effectLst/>
                <a:uFillTx/>
                <a:latin typeface="Archivo"/>
              </a:rPr>
              <a:t>0–100</a:t>
            </a:r>
            <a:endParaRPr lang="en-US" sz="3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Rounded Rectangle 126"/>
          <p:cNvSpPr/>
          <p:nvPr/>
        </p:nvSpPr>
        <p:spPr>
          <a:xfrm>
            <a:off x="3610080" y="628560"/>
            <a:ext cx="9000" cy="388584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28" name="Rounded Rectangle 127"/>
          <p:cNvSpPr/>
          <p:nvPr/>
        </p:nvSpPr>
        <p:spPr>
          <a:xfrm>
            <a:off x="3143160" y="324000"/>
            <a:ext cx="952200" cy="3045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29" name="Rounded Rectangle 128"/>
          <p:cNvSpPr/>
          <p:nvPr/>
        </p:nvSpPr>
        <p:spPr>
          <a:xfrm>
            <a:off x="3143160" y="4514760"/>
            <a:ext cx="952200" cy="304560"/>
          </a:xfrm>
          <a:prstGeom prst="roundRect">
            <a:avLst>
              <a:gd name="adj" fmla="val 16667"/>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45000" rIns="90000" bIns="4500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0" name="Rectangle 129"/>
          <p:cNvSpPr/>
          <p:nvPr/>
        </p:nvSpPr>
        <p:spPr>
          <a:xfrm>
            <a:off x="3610080" y="1000080"/>
            <a:ext cx="561600" cy="900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5640" rIns="90000" bIns="-356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1" name="Isosceles Triangle 130"/>
          <p:cNvSpPr/>
          <p:nvPr/>
        </p:nvSpPr>
        <p:spPr>
          <a:xfrm rot="5400000">
            <a:off x="4172040" y="961920"/>
            <a:ext cx="75960" cy="75960"/>
          </a:xfrm>
          <a:prstGeom prst="triangle">
            <a:avLst>
              <a:gd name="adj" fmla="val 50000"/>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6840" rIns="90000" bIns="-68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2" name="Rectangle 131"/>
          <p:cNvSpPr/>
          <p:nvPr/>
        </p:nvSpPr>
        <p:spPr>
          <a:xfrm>
            <a:off x="3610080" y="2048040"/>
            <a:ext cx="561600" cy="900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5640" rIns="90000" bIns="-356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3" name="Isosceles Triangle 132"/>
          <p:cNvSpPr/>
          <p:nvPr/>
        </p:nvSpPr>
        <p:spPr>
          <a:xfrm rot="5400000">
            <a:off x="4172040" y="2009880"/>
            <a:ext cx="75960" cy="75960"/>
          </a:xfrm>
          <a:prstGeom prst="triangle">
            <a:avLst>
              <a:gd name="adj" fmla="val 50000"/>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6840" rIns="90000" bIns="-68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4" name="Rectangle 133"/>
          <p:cNvSpPr/>
          <p:nvPr/>
        </p:nvSpPr>
        <p:spPr>
          <a:xfrm>
            <a:off x="3610080" y="3095640"/>
            <a:ext cx="561600" cy="900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5640" rIns="90000" bIns="-356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5" name="Isosceles Triangle 134"/>
          <p:cNvSpPr/>
          <p:nvPr/>
        </p:nvSpPr>
        <p:spPr>
          <a:xfrm rot="5400000">
            <a:off x="4172040" y="3057480"/>
            <a:ext cx="75960" cy="75960"/>
          </a:xfrm>
          <a:prstGeom prst="triangle">
            <a:avLst>
              <a:gd name="adj" fmla="val 50000"/>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6840" rIns="90000" bIns="-68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6" name="Rectangle 135"/>
          <p:cNvSpPr/>
          <p:nvPr/>
        </p:nvSpPr>
        <p:spPr>
          <a:xfrm>
            <a:off x="3610080" y="4143240"/>
            <a:ext cx="561600" cy="9000"/>
          </a:xfrm>
          <a:prstGeom prst="rect">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35640" rIns="90000" bIns="-356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7" name="Isosceles Triangle 136"/>
          <p:cNvSpPr/>
          <p:nvPr/>
        </p:nvSpPr>
        <p:spPr>
          <a:xfrm rot="5400000">
            <a:off x="4172040" y="4105440"/>
            <a:ext cx="75960" cy="75960"/>
          </a:xfrm>
          <a:prstGeom prst="triangle">
            <a:avLst>
              <a:gd name="adj" fmla="val 50000"/>
            </a:avLst>
          </a:prstGeom>
          <a:solidFill>
            <a:srgbClr val="FFFFFF"/>
          </a:solidFill>
          <a:ln w="0">
            <a:noFill/>
          </a:ln>
        </p:spPr>
        <p:style>
          <a:lnRef idx="0">
            <a:srgbClr val="FFFFFF"/>
          </a:lnRef>
          <a:fillRef idx="0">
            <a:srgbClr val="FFFFFF"/>
          </a:fillRef>
          <a:effectRef idx="0">
            <a:srgbClr val="FFFFFF"/>
          </a:effectRef>
          <a:fontRef idx="minor"/>
        </p:style>
        <p:txBody>
          <a:bodyPr vertOverflow="clip" lIns="90000" tIns="-6840" rIns="90000" bIns="-6840" anchor="ctr">
            <a:noAutofit/>
          </a:bodyPr>
          <a:p>
            <a:pPr algn="ctr" defTabSz="914400">
              <a:lnSpc>
                <a:spcPct val="100000"/>
              </a:lnSpc>
            </a:pPr>
            <a:endParaRPr lang="en-US" sz="1800" b="0" u="none" strike="noStrike">
              <a:solidFill>
                <a:srgbClr val="000000"/>
              </a:solidFill>
              <a:effectLst/>
              <a:uFillTx/>
              <a:latin typeface="OpenSymbol"/>
            </a:endParaRPr>
          </a:p>
        </p:txBody>
      </p:sp>
      <p:sp>
        <p:nvSpPr>
          <p:cNvPr id="138" name="Rectangle 137"/>
          <p:cNvSpPr/>
          <p:nvPr/>
        </p:nvSpPr>
        <p:spPr>
          <a:xfrm>
            <a:off x="476280" y="324000"/>
            <a:ext cx="2285640" cy="39960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9999"/>
          </a:bodyPr>
          <a:p>
            <a:pPr defTabSz="914400">
              <a:lnSpc>
                <a:spcPct val="100000"/>
              </a:lnSpc>
              <a:tabLst>
                <a:tab pos="0" algn="l"/>
              </a:tabLst>
            </a:pPr>
            <a:r>
              <a:rPr lang="en-US" sz="2600" b="1" u="none" strike="noStrike">
                <a:solidFill>
                  <a:srgbClr val="FFFFFF"/>
                </a:solidFill>
                <a:effectLst/>
                <a:uFillTx/>
                <a:latin typeface="Archivo"/>
              </a:rPr>
              <a:t>Pilot Timeline</a:t>
            </a:r>
            <a:endParaRPr lang="en-US" sz="2600" b="0" u="none" strike="noStrike">
              <a:solidFill>
                <a:srgbClr val="FFFFFF"/>
              </a:solidFill>
              <a:effectLst/>
              <a:uFillTx/>
              <a:latin typeface="OpenSymbol"/>
            </a:endParaRPr>
          </a:p>
        </p:txBody>
      </p:sp>
      <p:sp>
        <p:nvSpPr>
          <p:cNvPr id="139" name="Rectangle 138"/>
          <p:cNvSpPr/>
          <p:nvPr/>
        </p:nvSpPr>
        <p:spPr>
          <a:xfrm>
            <a:off x="4476600" y="714240"/>
            <a:ext cx="152352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Archivo"/>
              </a:rPr>
              <a:t>Week 0 Setup</a:t>
            </a:r>
            <a:endParaRPr lang="en-US" sz="1400" b="0" u="none" strike="noStrike">
              <a:solidFill>
                <a:srgbClr val="FFFFFF"/>
              </a:solidFill>
              <a:effectLst/>
              <a:uFillTx/>
              <a:latin typeface="OpenSymbol"/>
            </a:endParaRPr>
          </a:p>
        </p:txBody>
      </p:sp>
      <p:sp>
        <p:nvSpPr>
          <p:cNvPr id="140" name="Rectangle 139"/>
          <p:cNvSpPr/>
          <p:nvPr/>
        </p:nvSpPr>
        <p:spPr>
          <a:xfrm>
            <a:off x="6191280" y="542880"/>
            <a:ext cx="247608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Integrate with one course; onboard 150 students and 5 instructors.</a:t>
            </a:r>
            <a:endParaRPr lang="en-US" sz="1200" b="0" u="none" strike="noStrike">
              <a:solidFill>
                <a:srgbClr val="FFFFFF"/>
              </a:solidFill>
              <a:effectLst/>
              <a:uFillTx/>
              <a:latin typeface="OpenSymbol"/>
            </a:endParaRPr>
          </a:p>
        </p:txBody>
      </p:sp>
      <p:sp>
        <p:nvSpPr>
          <p:cNvPr id="141" name="Rectangle 140"/>
          <p:cNvSpPr/>
          <p:nvPr/>
        </p:nvSpPr>
        <p:spPr>
          <a:xfrm>
            <a:off x="4476600" y="1762200"/>
            <a:ext cx="152352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Archivo"/>
              </a:rPr>
              <a:t>Weeks 1–4 Run</a:t>
            </a:r>
            <a:endParaRPr lang="en-US" sz="1400" b="0" u="none" strike="noStrike">
              <a:solidFill>
                <a:srgbClr val="FFFFFF"/>
              </a:solidFill>
              <a:effectLst/>
              <a:uFillTx/>
              <a:latin typeface="OpenSymbol"/>
            </a:endParaRPr>
          </a:p>
        </p:txBody>
      </p:sp>
      <p:sp>
        <p:nvSpPr>
          <p:cNvPr id="142" name="Rectangle 141"/>
          <p:cNvSpPr/>
          <p:nvPr/>
        </p:nvSpPr>
        <p:spPr>
          <a:xfrm>
            <a:off x="6191280" y="1590840"/>
            <a:ext cx="247608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Deliver core features: learning cycles, quizzes, and placement modules with ongoing support.</a:t>
            </a:r>
            <a:endParaRPr lang="en-US" sz="1200" b="0" u="none" strike="noStrike">
              <a:solidFill>
                <a:srgbClr val="FFFFFF"/>
              </a:solidFill>
              <a:effectLst/>
              <a:uFillTx/>
              <a:latin typeface="OpenSymbol"/>
            </a:endParaRPr>
          </a:p>
        </p:txBody>
      </p:sp>
      <p:sp>
        <p:nvSpPr>
          <p:cNvPr id="143" name="Rectangle 142"/>
          <p:cNvSpPr/>
          <p:nvPr/>
        </p:nvSpPr>
        <p:spPr>
          <a:xfrm>
            <a:off x="4476600" y="2809800"/>
            <a:ext cx="152352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Archivo"/>
              </a:rPr>
              <a:t>Week 5 Analyze</a:t>
            </a:r>
            <a:endParaRPr lang="en-US" sz="1400" b="0" u="none" strike="noStrike">
              <a:solidFill>
                <a:srgbClr val="FFFFFF"/>
              </a:solidFill>
              <a:effectLst/>
              <a:uFillTx/>
              <a:latin typeface="OpenSymbol"/>
            </a:endParaRPr>
          </a:p>
        </p:txBody>
      </p:sp>
      <p:sp>
        <p:nvSpPr>
          <p:cNvPr id="144" name="Rectangle 143"/>
          <p:cNvSpPr/>
          <p:nvPr/>
        </p:nvSpPr>
        <p:spPr>
          <a:xfrm>
            <a:off x="6191280" y="2638440"/>
            <a:ext cx="247608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Assess engagement, score improvements, and at-risk detection accuracy.</a:t>
            </a:r>
            <a:endParaRPr lang="en-US" sz="1200" b="0" u="none" strike="noStrike">
              <a:solidFill>
                <a:srgbClr val="FFFFFF"/>
              </a:solidFill>
              <a:effectLst/>
              <a:uFillTx/>
              <a:latin typeface="OpenSymbol"/>
            </a:endParaRPr>
          </a:p>
        </p:txBody>
      </p:sp>
      <p:sp>
        <p:nvSpPr>
          <p:cNvPr id="145" name="Rectangle 144"/>
          <p:cNvSpPr/>
          <p:nvPr/>
        </p:nvSpPr>
        <p:spPr>
          <a:xfrm>
            <a:off x="4476600" y="3857760"/>
            <a:ext cx="1523520" cy="36144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400" b="0" u="none" strike="noStrike">
                <a:solidFill>
                  <a:srgbClr val="FFFFFF"/>
                </a:solidFill>
                <a:effectLst/>
                <a:uFillTx/>
                <a:latin typeface="Archivo"/>
              </a:rPr>
              <a:t>Week 6 Report</a:t>
            </a:r>
            <a:endParaRPr lang="en-US" sz="1400" b="0" u="none" strike="noStrike">
              <a:solidFill>
                <a:srgbClr val="FFFFFF"/>
              </a:solidFill>
              <a:effectLst/>
              <a:uFillTx/>
              <a:latin typeface="OpenSymbol"/>
            </a:endParaRPr>
          </a:p>
        </p:txBody>
      </p:sp>
      <p:sp>
        <p:nvSpPr>
          <p:cNvPr id="146" name="Rectangle 145"/>
          <p:cNvSpPr/>
          <p:nvPr/>
        </p:nvSpPr>
        <p:spPr>
          <a:xfrm>
            <a:off x="6191280" y="3686040"/>
            <a:ext cx="2476080" cy="704520"/>
          </a:xfrm>
          <a:prstGeom prst="rect">
            <a:avLst/>
          </a:prstGeom>
          <a:noFill/>
          <a:ln w="0">
            <a:noFill/>
          </a:ln>
        </p:spPr>
        <p:style>
          <a:lnRef idx="0">
            <a:srgbClr val="FFFFFF"/>
          </a:lnRef>
          <a:fillRef idx="0">
            <a:srgbClr val="FFFFFF"/>
          </a:fillRef>
          <a:effectRef idx="0">
            <a:srgbClr val="FFFFFF"/>
          </a:effectRef>
          <a:fontRef idx="minor"/>
        </p:style>
        <p:txBody>
          <a:bodyPr anchor="ctr">
            <a:normAutofit/>
          </a:bodyPr>
          <a:p>
            <a:pPr defTabSz="914400">
              <a:lnSpc>
                <a:spcPct val="100000"/>
              </a:lnSpc>
              <a:tabLst>
                <a:tab pos="0" algn="l"/>
              </a:tabLst>
            </a:pPr>
            <a:r>
              <a:rPr lang="en-US" sz="1200" b="0" u="none" strike="noStrike">
                <a:solidFill>
                  <a:srgbClr val="FFFFFF"/>
                </a:solidFill>
                <a:effectLst/>
                <a:uFillTx/>
                <a:latin typeface="DM Sans"/>
              </a:rPr>
              <a:t>Present results and propose campus expansion or sponsor support.</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Rectangle 146"/>
          <p:cNvSpPr/>
          <p:nvPr/>
        </p:nvSpPr>
        <p:spPr>
          <a:xfrm>
            <a:off x="476280" y="380880"/>
            <a:ext cx="8191080" cy="36144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85000" lnSpcReduction="19999"/>
          </a:bodyPr>
          <a:p>
            <a:pPr defTabSz="914400">
              <a:lnSpc>
                <a:spcPct val="100000"/>
              </a:lnSpc>
              <a:tabLst>
                <a:tab pos="0" algn="l"/>
              </a:tabLst>
            </a:pPr>
            <a:r>
              <a:rPr lang="en-US" sz="2400" b="1" u="none" strike="noStrike">
                <a:solidFill>
                  <a:srgbClr val="FFFFFF"/>
                </a:solidFill>
                <a:effectLst/>
                <a:uFillTx/>
                <a:latin typeface="Archivo"/>
              </a:rPr>
              <a:t>6-Week Pilot</a:t>
            </a:r>
            <a:endParaRPr lang="en-US" sz="2400" b="0" u="none" strike="noStrike">
              <a:solidFill>
                <a:srgbClr val="FFFFFF"/>
              </a:solidFill>
              <a:effectLst/>
              <a:uFillTx/>
              <a:latin typeface="OpenSymbol"/>
            </a:endParaRPr>
          </a:p>
        </p:txBody>
      </p:sp>
      <p:sp>
        <p:nvSpPr>
          <p:cNvPr id="148" name="Rectangle 147"/>
          <p:cNvSpPr/>
          <p:nvPr/>
        </p:nvSpPr>
        <p:spPr>
          <a:xfrm>
            <a:off x="476280" y="1238400"/>
            <a:ext cx="8191080" cy="1066320"/>
          </a:xfrm>
          <a:prstGeom prst="rect">
            <a:avLst/>
          </a:prstGeom>
          <a:noFill/>
          <a:ln w="0">
            <a:noFill/>
          </a:ln>
        </p:spPr>
        <p:style>
          <a:lnRef idx="0">
            <a:srgbClr val="FFFFFF"/>
          </a:lnRef>
          <a:fillRef idx="0">
            <a:srgbClr val="FFFFFF"/>
          </a:fillRef>
          <a:effectRef idx="0">
            <a:srgbClr val="FFFFFF"/>
          </a:effectRef>
          <a:fontRef idx="minor"/>
        </p:style>
        <p:txBody>
          <a:bodyPr anchor="t">
            <a:normAutofit fontScale="92500" lnSpcReduction="9999"/>
          </a:bodyPr>
          <a:p>
            <a:pPr defTabSz="914400">
              <a:lnSpc>
                <a:spcPct val="150000"/>
              </a:lnSpc>
              <a:tabLst>
                <a:tab pos="0" algn="l"/>
              </a:tabLst>
            </a:pPr>
            <a:r>
              <a:rPr lang="en-US" sz="1600" b="0" u="none" strike="noStrike">
                <a:solidFill>
                  <a:srgbClr val="FFFFFF"/>
                </a:solidFill>
                <a:effectLst/>
                <a:uFillTx/>
                <a:latin typeface="DM Sans"/>
              </a:rPr>
              <a:t>- Deploy EduTrackAI with one department (~150 students).</a:t>
            </a:r>
            <a:endParaRPr lang="en-US" sz="1600" b="0" u="none" strike="noStrike">
              <a:solidFill>
                <a:srgbClr val="FFFFFF"/>
              </a:solidFill>
              <a:effectLst/>
              <a:uFillTx/>
              <a:latin typeface="OpenSymbol"/>
            </a:endParaRPr>
          </a:p>
          <a:p>
            <a:pPr defTabSz="914400">
              <a:lnSpc>
                <a:spcPct val="150000"/>
              </a:lnSpc>
              <a:tabLst>
                <a:tab pos="0" algn="l"/>
              </a:tabLst>
            </a:pPr>
            <a:r>
              <a:rPr lang="en-US" sz="1600" b="0" u="none" strike="noStrike">
                <a:solidFill>
                  <a:srgbClr val="FFFFFF"/>
                </a:solidFill>
                <a:effectLst/>
                <a:uFillTx/>
                <a:latin typeface="DM Sans"/>
              </a:rPr>
              <a:t>- Measure engagement, learning gains, and placement impact.</a:t>
            </a:r>
            <a:endParaRPr lang="en-US" sz="1600" b="0" u="none" strike="noStrike">
              <a:solidFill>
                <a:srgbClr val="FFFFFF"/>
              </a:solidFill>
              <a:effectLst/>
              <a:uFillTx/>
              <a:latin typeface="OpenSymbol"/>
            </a:endParaRPr>
          </a:p>
          <a:p>
            <a:pPr defTabSz="914400">
              <a:lnSpc>
                <a:spcPct val="150000"/>
              </a:lnSpc>
              <a:tabLst>
                <a:tab pos="0" algn="l"/>
              </a:tabLst>
            </a:pPr>
            <a:r>
              <a:rPr lang="en-US" sz="1600" b="0" u="none" strike="noStrike">
                <a:solidFill>
                  <a:srgbClr val="FFFFFF"/>
                </a:solidFill>
                <a:effectLst/>
                <a:uFillTx/>
                <a:latin typeface="DM Sans"/>
              </a:rPr>
              <a:t>- Iterate for campus-wide integration with minimal campus overhead.</a:t>
            </a:r>
            <a:endParaRPr lang="en-US" sz="1600" b="0" u="none" strike="noStrike">
              <a:solidFill>
                <a:srgbClr val="FFFFFF"/>
              </a:solidFill>
              <a:effectLst/>
              <a:uFillTx/>
              <a:latin typeface="OpenSymbol"/>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itle 2"/>
          <p:cNvSpPr>
            <a:spLocks noGrp="1"/>
          </p:cNvSpPr>
          <p:nvPr>
            <p:ph type="title"/>
          </p:nvPr>
        </p:nvSpPr>
        <p:spPr>
          <a:xfrm>
            <a:off x="2915920" y="1131570"/>
            <a:ext cx="3808095" cy="2113280"/>
          </a:xfrm>
        </p:spPr>
        <p:txBody>
          <a:bodyPr/>
          <a:p>
            <a:r>
              <a:rPr lang="en-IN" altLang="en-US" sz="5400"/>
              <a:t>Thank you</a:t>
            </a:r>
            <a:endParaRPr lang="en-IN" altLang="en-US" sz="5400"/>
          </a:p>
        </p:txBody>
      </p:sp>
    </p:spTree>
  </p:cSld>
  <p:clrMapOvr>
    <a:masterClrMapping/>
  </p:clrMapOvr>
</p:sld>
</file>

<file path=ppt/theme/theme1.xml><?xml version="1.0" encoding="utf-8"?>
<a:theme xmlns:a="http://schemas.openxmlformats.org/drawingml/2006/main" name="Biostatistics in Epidemiology - Master of Science in Epidemiology by Slidesgo">
  <a:themeElements>
    <a:clrScheme name="Simple Light">
      <a:dk1>
        <a:srgbClr val="FFFFFF"/>
      </a:dk1>
      <a:lt1>
        <a:srgbClr val="1C5383"/>
      </a:lt1>
      <a:dk2>
        <a:srgbClr val="07B2D7"/>
      </a:dk2>
      <a:lt2>
        <a:srgbClr val="EE65EB"/>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majorFont>
      <a:minorFont>
        <a:latin typeface="Arial"/>
        <a:ea typeface=""/>
        <a:cs typeface=""/>
      </a:minorFont>
    </a:fontScheme>
    <a:fmtScheme na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4556</Words>
  <Application>WPS Presentation</Application>
  <PresentationFormat/>
  <Paragraphs>180</Paragraphs>
  <Slides>14</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14</vt:i4>
      </vt:variant>
    </vt:vector>
  </HeadingPairs>
  <TitlesOfParts>
    <vt:vector size="27" baseType="lpstr">
      <vt:lpstr>Arial</vt:lpstr>
      <vt:lpstr>SimSun</vt:lpstr>
      <vt:lpstr>Wingdings</vt:lpstr>
      <vt:lpstr>Arial</vt:lpstr>
      <vt:lpstr>OpenSymbol</vt:lpstr>
      <vt:lpstr>Symbol</vt:lpstr>
      <vt:lpstr>DM Sans</vt:lpstr>
      <vt:lpstr>Segoe Print</vt:lpstr>
      <vt:lpstr>Archivo</vt:lpstr>
      <vt:lpstr>Microsoft YaHei</vt:lpstr>
      <vt:lpstr>Arial Unicode MS</vt:lpstr>
      <vt:lpstr>Calibri</vt:lpstr>
      <vt:lpstr>Biostatistics in Epidemiology - Master of Science in Epidemiology by Slidesgo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Microsoft Corporation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SANKARI M 25AD104</cp:lastModifiedBy>
  <cp:revision>1</cp:revision>
  <dcterms:created xsi:type="dcterms:W3CDTF">2026-09-08T05:37:36Z</dcterms:created>
  <dcterms:modified xsi:type="dcterms:W3CDTF">2026-09-08T05:37:36Z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14</vt:r8>
  </property>
  <property fmtid="{D5CDD505-2E9C-101B-9397-08002B2CF9AE}" pid="3" name="SlidesgoGeneratedBy">
    <vt:lpwstr>slidesgo-ai</vt:lpwstr>
  </property>
  <property fmtid="{D5CDD505-2E9C-101B-9397-08002B2CF9AE}" pid="4" name="SlidesgoPresentationUuid">
    <vt:lpwstr>a2b0905f-c530-44b8-ac98-844cd1660744</vt:lpwstr>
  </property>
  <property fmtid="{D5CDD505-2E9C-101B-9397-08002B2CF9AE}" pid="5" name="KSOProductBuildVer">
    <vt:lpwstr>1033-12.1.0.28485</vt:lpwstr>
  </property>
  <property fmtid="{D5CDD505-2E9C-101B-9397-08002B2CF9AE}" pid="6" name="ICV">
    <vt:lpwstr>175E1FDB780A4E95AF795568A92EE5E6_12</vt:lpwstr>
  </property>
</Properties>
</file>